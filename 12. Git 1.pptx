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9" r:id="rId2"/>
  </p:sldMasterIdLst>
  <p:notesMasterIdLst>
    <p:notesMasterId r:id="rId29"/>
  </p:notesMasterIdLst>
  <p:handoutMasterIdLst>
    <p:handoutMasterId r:id="rId30"/>
  </p:handoutMasterIdLst>
  <p:sldIdLst>
    <p:sldId id="438" r:id="rId3"/>
    <p:sldId id="538" r:id="rId4"/>
    <p:sldId id="636" r:id="rId5"/>
    <p:sldId id="692" r:id="rId6"/>
    <p:sldId id="693" r:id="rId7"/>
    <p:sldId id="642" r:id="rId8"/>
    <p:sldId id="441" r:id="rId9"/>
    <p:sldId id="442" r:id="rId10"/>
    <p:sldId id="443" r:id="rId11"/>
    <p:sldId id="444" r:id="rId12"/>
    <p:sldId id="456" r:id="rId13"/>
    <p:sldId id="694" r:id="rId14"/>
    <p:sldId id="695" r:id="rId15"/>
    <p:sldId id="445" r:id="rId16"/>
    <p:sldId id="449" r:id="rId17"/>
    <p:sldId id="457" r:id="rId18"/>
    <p:sldId id="458" r:id="rId19"/>
    <p:sldId id="459" r:id="rId20"/>
    <p:sldId id="450" r:id="rId21"/>
    <p:sldId id="451" r:id="rId22"/>
    <p:sldId id="448" r:id="rId23"/>
    <p:sldId id="460" r:id="rId24"/>
    <p:sldId id="453" r:id="rId25"/>
    <p:sldId id="461" r:id="rId26"/>
    <p:sldId id="638" r:id="rId27"/>
    <p:sldId id="467" r:id="rId28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2A2859"/>
    <a:srgbClr val="F4F4F7"/>
    <a:srgbClr val="403E6A"/>
    <a:srgbClr val="92A1B4"/>
    <a:srgbClr val="41CFFD"/>
    <a:srgbClr val="E9E9EE"/>
    <a:srgbClr val="67D9FD"/>
    <a:srgbClr val="8DE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1608" autoAdjust="0"/>
  </p:normalViewPr>
  <p:slideViewPr>
    <p:cSldViewPr snapToGrid="0">
      <p:cViewPr varScale="1">
        <p:scale>
          <a:sx n="57" d="100"/>
          <a:sy n="57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C0FD2-9C52-4B0A-84C5-4F23CD538C90}" type="datetimeFigureOut">
              <a:rPr lang="bg-BG" smtClean="0"/>
              <a:t>17.12.2025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0322B-894A-4068-89CC-A2C9D8171B4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983131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67955-FDC7-4567-8D00-867BE7D50A8B}" type="datetimeFigureOut">
              <a:rPr lang="bg-BG" smtClean="0"/>
              <a:t>17.12.2025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46463-3B0F-4722-BB97-411B3FF6239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619141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47802" y="4857750"/>
            <a:ext cx="11608724" cy="1619250"/>
          </a:xfrm>
        </p:spPr>
        <p:txBody>
          <a:bodyPr anchor="b">
            <a:noAutofit/>
          </a:bodyPr>
          <a:lstStyle>
            <a:lvl1pPr algn="l">
              <a:defRPr sz="8800" b="1">
                <a:solidFill>
                  <a:srgbClr val="41CFF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7802" y="6858000"/>
            <a:ext cx="11608724" cy="1619250"/>
          </a:xfrm>
        </p:spPr>
        <p:txBody>
          <a:bodyPr>
            <a:normAutofit/>
          </a:bodyPr>
          <a:lstStyle>
            <a:lvl1pPr marL="0" indent="0" algn="l">
              <a:buNone/>
              <a:defRPr sz="4800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 dirty="0"/>
              <a:t>Presentation </a:t>
            </a:r>
          </a:p>
          <a:p>
            <a:r>
              <a:rPr lang="en-US" dirty="0"/>
              <a:t>Title</a:t>
            </a:r>
          </a:p>
        </p:txBody>
      </p:sp>
      <p:pic>
        <p:nvPicPr>
          <p:cNvPr id="26" name="Картина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84" y="12852389"/>
            <a:ext cx="257189" cy="254013"/>
          </a:xfrm>
          <a:prstGeom prst="rect">
            <a:avLst/>
          </a:prstGeom>
        </p:spPr>
      </p:pic>
      <p:sp>
        <p:nvSpPr>
          <p:cNvPr id="30" name="Текстово поле 29"/>
          <p:cNvSpPr txBox="1"/>
          <p:nvPr userDrawn="1"/>
        </p:nvSpPr>
        <p:spPr>
          <a:xfrm rot="16200000">
            <a:off x="-163975" y="11763127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sirma.com</a:t>
            </a:r>
            <a:endParaRPr lang="bg-BG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752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1964" userDrawn="1">
          <p15:clr>
            <a:srgbClr val="FBAE40"/>
          </p15:clr>
        </p15:guide>
        <p15:guide id="3" pos="777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9526582-04C0-4004-8F3E-0A09328369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2986" y="3936767"/>
            <a:ext cx="11096444" cy="17335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F4F68EA-2B55-49FA-B787-EBA739E8FB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2986" y="5703568"/>
            <a:ext cx="11096444" cy="5352360"/>
          </a:xfrm>
        </p:spPr>
        <p:txBody>
          <a:bodyPr anchor="t">
            <a:noAutofit/>
          </a:bodyPr>
          <a:lstStyle>
            <a:lvl1pPr algn="ctr">
              <a:defRPr sz="56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introduction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4C338B-4AB9-49BA-8932-794D89B5F701}"/>
              </a:ext>
            </a:extLst>
          </p:cNvPr>
          <p:cNvCxnSpPr/>
          <p:nvPr userDrawn="1"/>
        </p:nvCxnSpPr>
        <p:spPr>
          <a:xfrm>
            <a:off x="6642986" y="5420934"/>
            <a:ext cx="11096444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95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EA12F-5BCA-4980-8514-AD16F40DD1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7268" y="6896099"/>
            <a:ext cx="14080609" cy="1733550"/>
          </a:xfrm>
        </p:spPr>
        <p:txBody>
          <a:bodyPr anchor="ctr">
            <a:noAutofit/>
          </a:bodyPr>
          <a:lstStyle>
            <a:lvl1pPr algn="r">
              <a:defRPr sz="107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FBDC6-7603-4BE7-93A9-39F5A13DB2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793839" y="4686302"/>
            <a:ext cx="4314038" cy="2171700"/>
          </a:xfrm>
        </p:spPr>
        <p:txBody>
          <a:bodyPr anchor="ctr">
            <a:noAutofit/>
          </a:bodyPr>
          <a:lstStyle>
            <a:lvl1pPr algn="r">
              <a:defRPr sz="175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199E-DD3D-48C4-B8BF-7C46A4A12C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10719" y="9391652"/>
            <a:ext cx="11098604" cy="1485900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r"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AE9C564-2C30-40C5-83D6-518630286C78}"/>
              </a:ext>
            </a:extLst>
          </p:cNvPr>
          <p:cNvSpPr/>
          <p:nvPr userDrawn="1"/>
        </p:nvSpPr>
        <p:spPr>
          <a:xfrm>
            <a:off x="2" y="1"/>
            <a:ext cx="6527824" cy="7813650"/>
          </a:xfrm>
          <a:custGeom>
            <a:avLst/>
            <a:gdLst>
              <a:gd name="connsiteX0" fmla="*/ 0 w 3264125"/>
              <a:gd name="connsiteY0" fmla="*/ 0 h 3906825"/>
              <a:gd name="connsiteX1" fmla="*/ 2298721 w 3264125"/>
              <a:gd name="connsiteY1" fmla="*/ 0 h 3906825"/>
              <a:gd name="connsiteX2" fmla="*/ 2326549 w 3264125"/>
              <a:gd name="connsiteY2" fmla="*/ 16906 h 3906825"/>
              <a:gd name="connsiteX3" fmla="*/ 3264125 w 3264125"/>
              <a:gd name="connsiteY3" fmla="*/ 1780275 h 3906825"/>
              <a:gd name="connsiteX4" fmla="*/ 1137575 w 3264125"/>
              <a:gd name="connsiteY4" fmla="*/ 3906825 h 3906825"/>
              <a:gd name="connsiteX5" fmla="*/ 123935 w 3264125"/>
              <a:gd name="connsiteY5" fmla="*/ 3650162 h 3906825"/>
              <a:gd name="connsiteX6" fmla="*/ 0 w 3264125"/>
              <a:gd name="connsiteY6" fmla="*/ 3574870 h 3906825"/>
              <a:gd name="connsiteX7" fmla="*/ 0 w 3264125"/>
              <a:gd name="connsiteY7" fmla="*/ 0 h 390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4125" h="3906825">
                <a:moveTo>
                  <a:pt x="0" y="0"/>
                </a:moveTo>
                <a:lnTo>
                  <a:pt x="2298721" y="0"/>
                </a:lnTo>
                <a:lnTo>
                  <a:pt x="2326549" y="16906"/>
                </a:lnTo>
                <a:cubicBezTo>
                  <a:pt x="2892215" y="399063"/>
                  <a:pt x="3264125" y="1046237"/>
                  <a:pt x="3264125" y="1780275"/>
                </a:cubicBezTo>
                <a:cubicBezTo>
                  <a:pt x="3264125" y="2954736"/>
                  <a:pt x="2312036" y="3906825"/>
                  <a:pt x="1137575" y="3906825"/>
                </a:cubicBezTo>
                <a:cubicBezTo>
                  <a:pt x="770556" y="3906825"/>
                  <a:pt x="425253" y="3813848"/>
                  <a:pt x="123935" y="3650162"/>
                </a:cubicBezTo>
                <a:lnTo>
                  <a:pt x="0" y="357487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grpSp>
        <p:nvGrpSpPr>
          <p:cNvPr id="23" name="Google Shape;255;p34">
            <a:extLst>
              <a:ext uri="{FF2B5EF4-FFF2-40B4-BE49-F238E27FC236}">
                <a16:creationId xmlns:a16="http://schemas.microsoft.com/office/drawing/2014/main" id="{49F5EDAF-CB7E-4A4E-886C-76629793D5AD}"/>
              </a:ext>
            </a:extLst>
          </p:cNvPr>
          <p:cNvGrpSpPr/>
          <p:nvPr userDrawn="1"/>
        </p:nvGrpSpPr>
        <p:grpSpPr>
          <a:xfrm flipH="1">
            <a:off x="2926937" y="2175528"/>
            <a:ext cx="5020253" cy="5020580"/>
            <a:chOff x="6807950" y="3072775"/>
            <a:chExt cx="2165350" cy="2165350"/>
          </a:xfrm>
          <a:solidFill>
            <a:schemeClr val="tx2"/>
          </a:solidFill>
        </p:grpSpPr>
        <p:sp>
          <p:nvSpPr>
            <p:cNvPr id="24" name="Google Shape;256;p34">
              <a:extLst>
                <a:ext uri="{FF2B5EF4-FFF2-40B4-BE49-F238E27FC236}">
                  <a16:creationId xmlns:a16="http://schemas.microsoft.com/office/drawing/2014/main" id="{BB83060E-6D04-4C88-9CC7-C497111EEE8E}"/>
                </a:ext>
              </a:extLst>
            </p:cNvPr>
            <p:cNvSpPr/>
            <p:nvPr/>
          </p:nvSpPr>
          <p:spPr>
            <a:xfrm>
              <a:off x="6807950" y="3072775"/>
              <a:ext cx="1540825" cy="1536700"/>
            </a:xfrm>
            <a:custGeom>
              <a:avLst/>
              <a:gdLst/>
              <a:ahLst/>
              <a:cxnLst/>
              <a:rect l="l" t="t" r="r" b="b"/>
              <a:pathLst>
                <a:path w="61633" h="61468" fill="none" extrusionOk="0">
                  <a:moveTo>
                    <a:pt x="61632" y="30734"/>
                  </a:moveTo>
                  <a:cubicBezTo>
                    <a:pt x="61632" y="47827"/>
                    <a:pt x="47827" y="61468"/>
                    <a:pt x="30734" y="61468"/>
                  </a:cubicBezTo>
                  <a:cubicBezTo>
                    <a:pt x="13806" y="61468"/>
                    <a:pt x="1" y="47827"/>
                    <a:pt x="1" y="30734"/>
                  </a:cubicBezTo>
                  <a:cubicBezTo>
                    <a:pt x="1" y="13806"/>
                    <a:pt x="13806" y="0"/>
                    <a:pt x="30734" y="0"/>
                  </a:cubicBezTo>
                  <a:cubicBezTo>
                    <a:pt x="47827" y="0"/>
                    <a:pt x="61632" y="13806"/>
                    <a:pt x="61632" y="30734"/>
                  </a:cubicBezTo>
                  <a:close/>
                </a:path>
              </a:pathLst>
            </a:custGeom>
            <a:grpFill/>
            <a:ln w="28575" cap="rnd" cmpd="sng">
              <a:solidFill>
                <a:schemeClr val="tx2"/>
              </a:solidFill>
              <a:prstDash val="solid"/>
              <a:miter lim="16435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25" name="Google Shape;257;p34">
              <a:extLst>
                <a:ext uri="{FF2B5EF4-FFF2-40B4-BE49-F238E27FC236}">
                  <a16:creationId xmlns:a16="http://schemas.microsoft.com/office/drawing/2014/main" id="{5E3D04D4-94ED-44FA-821F-33FD59F568F6}"/>
                </a:ext>
              </a:extLst>
            </p:cNvPr>
            <p:cNvSpPr/>
            <p:nvPr/>
          </p:nvSpPr>
          <p:spPr>
            <a:xfrm>
              <a:off x="6968200" y="3233000"/>
              <a:ext cx="1220325" cy="1220350"/>
            </a:xfrm>
            <a:custGeom>
              <a:avLst/>
              <a:gdLst/>
              <a:ahLst/>
              <a:cxnLst/>
              <a:rect l="l" t="t" r="r" b="b"/>
              <a:pathLst>
                <a:path w="48813" h="48814" fill="none" extrusionOk="0">
                  <a:moveTo>
                    <a:pt x="48813" y="24325"/>
                  </a:moveTo>
                  <a:cubicBezTo>
                    <a:pt x="48813" y="37802"/>
                    <a:pt x="37801" y="48814"/>
                    <a:pt x="24324" y="48814"/>
                  </a:cubicBezTo>
                  <a:cubicBezTo>
                    <a:pt x="10847" y="48814"/>
                    <a:pt x="0" y="37802"/>
                    <a:pt x="0" y="24325"/>
                  </a:cubicBezTo>
                  <a:cubicBezTo>
                    <a:pt x="0" y="10848"/>
                    <a:pt x="10847" y="1"/>
                    <a:pt x="24324" y="1"/>
                  </a:cubicBezTo>
                  <a:cubicBezTo>
                    <a:pt x="37801" y="1"/>
                    <a:pt x="48813" y="10848"/>
                    <a:pt x="48813" y="24325"/>
                  </a:cubicBezTo>
                  <a:close/>
                </a:path>
              </a:pathLst>
            </a:custGeom>
            <a:grpFill/>
            <a:ln w="28575" cap="rnd" cmpd="sng">
              <a:solidFill>
                <a:schemeClr val="tx2"/>
              </a:solidFill>
              <a:prstDash val="solid"/>
              <a:miter lim="16435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26" name="Google Shape;258;p34">
              <a:extLst>
                <a:ext uri="{FF2B5EF4-FFF2-40B4-BE49-F238E27FC236}">
                  <a16:creationId xmlns:a16="http://schemas.microsoft.com/office/drawing/2014/main" id="{4C91389B-A9EB-44AE-93E3-C8B2C6829068}"/>
                </a:ext>
              </a:extLst>
            </p:cNvPr>
            <p:cNvSpPr/>
            <p:nvPr/>
          </p:nvSpPr>
          <p:spPr>
            <a:xfrm>
              <a:off x="8061125" y="4325950"/>
              <a:ext cx="912175" cy="912175"/>
            </a:xfrm>
            <a:custGeom>
              <a:avLst/>
              <a:gdLst/>
              <a:ahLst/>
              <a:cxnLst/>
              <a:rect l="l" t="t" r="r" b="b"/>
              <a:pathLst>
                <a:path w="36487" h="36487" fill="none" extrusionOk="0">
                  <a:moveTo>
                    <a:pt x="35172" y="35172"/>
                  </a:moveTo>
                  <a:lnTo>
                    <a:pt x="35172" y="35172"/>
                  </a:lnTo>
                  <a:cubicBezTo>
                    <a:pt x="33857" y="36487"/>
                    <a:pt x="31721" y="36487"/>
                    <a:pt x="30406" y="35172"/>
                  </a:cubicBezTo>
                  <a:lnTo>
                    <a:pt x="1" y="4767"/>
                  </a:lnTo>
                  <a:lnTo>
                    <a:pt x="4931" y="1"/>
                  </a:lnTo>
                  <a:lnTo>
                    <a:pt x="35172" y="30242"/>
                  </a:lnTo>
                  <a:cubicBezTo>
                    <a:pt x="36487" y="31556"/>
                    <a:pt x="36487" y="33857"/>
                    <a:pt x="35172" y="35172"/>
                  </a:cubicBezTo>
                  <a:close/>
                </a:path>
              </a:pathLst>
            </a:custGeom>
            <a:grpFill/>
            <a:ln w="28575" cap="rnd" cmpd="sng">
              <a:solidFill>
                <a:schemeClr val="tx2"/>
              </a:solidFill>
              <a:prstDash val="solid"/>
              <a:miter lim="16435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</p:grpSp>
      <p:sp>
        <p:nvSpPr>
          <p:cNvPr id="27" name="Google Shape;259;p34">
            <a:extLst>
              <a:ext uri="{FF2B5EF4-FFF2-40B4-BE49-F238E27FC236}">
                <a16:creationId xmlns:a16="http://schemas.microsoft.com/office/drawing/2014/main" id="{4C8E57B8-F670-422A-A5E0-3D57237C61B9}"/>
              </a:ext>
            </a:extLst>
          </p:cNvPr>
          <p:cNvSpPr/>
          <p:nvPr userDrawn="1"/>
        </p:nvSpPr>
        <p:spPr>
          <a:xfrm>
            <a:off x="5041766" y="11843748"/>
            <a:ext cx="866944" cy="86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53E99D4-9AAB-4FF4-A0CB-5DAB0C254B71}"/>
              </a:ext>
            </a:extLst>
          </p:cNvPr>
          <p:cNvSpPr/>
          <p:nvPr userDrawn="1"/>
        </p:nvSpPr>
        <p:spPr>
          <a:xfrm>
            <a:off x="23674419" y="8214304"/>
            <a:ext cx="707994" cy="867000"/>
          </a:xfrm>
          <a:custGeom>
            <a:avLst/>
            <a:gdLst>
              <a:gd name="connsiteX0" fmla="*/ 216750 w 354020"/>
              <a:gd name="connsiteY0" fmla="*/ 0 h 433500"/>
              <a:gd name="connsiteX1" fmla="*/ 301119 w 354020"/>
              <a:gd name="connsiteY1" fmla="*/ 17033 h 433500"/>
              <a:gd name="connsiteX2" fmla="*/ 354020 w 354020"/>
              <a:gd name="connsiteY2" fmla="*/ 52700 h 433500"/>
              <a:gd name="connsiteX3" fmla="*/ 354020 w 354020"/>
              <a:gd name="connsiteY3" fmla="*/ 380801 h 433500"/>
              <a:gd name="connsiteX4" fmla="*/ 301119 w 354020"/>
              <a:gd name="connsiteY4" fmla="*/ 416467 h 433500"/>
              <a:gd name="connsiteX5" fmla="*/ 216750 w 354020"/>
              <a:gd name="connsiteY5" fmla="*/ 433500 h 433500"/>
              <a:gd name="connsiteX6" fmla="*/ 0 w 354020"/>
              <a:gd name="connsiteY6" fmla="*/ 216750 h 433500"/>
              <a:gd name="connsiteX7" fmla="*/ 216750 w 354020"/>
              <a:gd name="connsiteY7" fmla="*/ 0 h 4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4020" h="433500">
                <a:moveTo>
                  <a:pt x="216750" y="0"/>
                </a:moveTo>
                <a:cubicBezTo>
                  <a:pt x="246677" y="0"/>
                  <a:pt x="275187" y="6065"/>
                  <a:pt x="301119" y="17033"/>
                </a:cubicBezTo>
                <a:lnTo>
                  <a:pt x="354020" y="52700"/>
                </a:lnTo>
                <a:lnTo>
                  <a:pt x="354020" y="380801"/>
                </a:lnTo>
                <a:lnTo>
                  <a:pt x="301119" y="416467"/>
                </a:lnTo>
                <a:cubicBezTo>
                  <a:pt x="275187" y="427435"/>
                  <a:pt x="246677" y="433500"/>
                  <a:pt x="216750" y="433500"/>
                </a:cubicBezTo>
                <a:cubicBezTo>
                  <a:pt x="97042" y="433500"/>
                  <a:pt x="0" y="336458"/>
                  <a:pt x="0" y="216750"/>
                </a:cubicBezTo>
                <a:cubicBezTo>
                  <a:pt x="0" y="97042"/>
                  <a:pt x="97042" y="0"/>
                  <a:pt x="21675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EEAEE80-AFF2-4BA8-9AF9-2257AFDD7C49}"/>
              </a:ext>
            </a:extLst>
          </p:cNvPr>
          <p:cNvSpPr/>
          <p:nvPr userDrawn="1"/>
        </p:nvSpPr>
        <p:spPr>
          <a:xfrm>
            <a:off x="9898255" y="1"/>
            <a:ext cx="2112463" cy="1627650"/>
          </a:xfrm>
          <a:custGeom>
            <a:avLst/>
            <a:gdLst>
              <a:gd name="connsiteX0" fmla="*/ 84979 w 1056300"/>
              <a:gd name="connsiteY0" fmla="*/ 0 h 813825"/>
              <a:gd name="connsiteX1" fmla="*/ 971321 w 1056300"/>
              <a:gd name="connsiteY1" fmla="*/ 0 h 813825"/>
              <a:gd name="connsiteX2" fmla="*/ 1014795 w 1056300"/>
              <a:gd name="connsiteY2" fmla="*/ 80095 h 813825"/>
              <a:gd name="connsiteX3" fmla="*/ 1056300 w 1056300"/>
              <a:gd name="connsiteY3" fmla="*/ 285675 h 813825"/>
              <a:gd name="connsiteX4" fmla="*/ 528150 w 1056300"/>
              <a:gd name="connsiteY4" fmla="*/ 813825 h 813825"/>
              <a:gd name="connsiteX5" fmla="*/ 0 w 1056300"/>
              <a:gd name="connsiteY5" fmla="*/ 285675 h 813825"/>
              <a:gd name="connsiteX6" fmla="*/ 41505 w 1056300"/>
              <a:gd name="connsiteY6" fmla="*/ 80095 h 813825"/>
              <a:gd name="connsiteX7" fmla="*/ 84979 w 1056300"/>
              <a:gd name="connsiteY7" fmla="*/ 0 h 81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300" h="813825">
                <a:moveTo>
                  <a:pt x="84979" y="0"/>
                </a:moveTo>
                <a:lnTo>
                  <a:pt x="971321" y="0"/>
                </a:lnTo>
                <a:lnTo>
                  <a:pt x="1014795" y="80095"/>
                </a:lnTo>
                <a:cubicBezTo>
                  <a:pt x="1041521" y="143282"/>
                  <a:pt x="1056300" y="212753"/>
                  <a:pt x="1056300" y="285675"/>
                </a:cubicBezTo>
                <a:cubicBezTo>
                  <a:pt x="1056300" y="577364"/>
                  <a:pt x="819839" y="813825"/>
                  <a:pt x="528150" y="813825"/>
                </a:cubicBezTo>
                <a:cubicBezTo>
                  <a:pt x="236461" y="813825"/>
                  <a:pt x="0" y="577364"/>
                  <a:pt x="0" y="285675"/>
                </a:cubicBezTo>
                <a:cubicBezTo>
                  <a:pt x="0" y="212753"/>
                  <a:pt x="14779" y="143282"/>
                  <a:pt x="41505" y="80095"/>
                </a:cubicBezTo>
                <a:lnTo>
                  <a:pt x="84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84578B-A52F-43BC-8DB9-E8132296A578}"/>
              </a:ext>
            </a:extLst>
          </p:cNvPr>
          <p:cNvCxnSpPr>
            <a:cxnSpLocks/>
          </p:cNvCxnSpPr>
          <p:nvPr userDrawn="1"/>
        </p:nvCxnSpPr>
        <p:spPr>
          <a:xfrm>
            <a:off x="12010718" y="8413514"/>
            <a:ext cx="1109715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73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A1CB87-3117-4E15-9281-EA342CEFF5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047" y="7121210"/>
            <a:ext cx="14014974" cy="1737360"/>
          </a:xfrm>
        </p:spPr>
        <p:txBody>
          <a:bodyPr anchor="ctr">
            <a:noAutofit/>
          </a:bodyPr>
          <a:lstStyle>
            <a:lvl1pPr algn="l">
              <a:defRPr sz="107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0A8E619-6F21-447D-86B3-35D849CFDC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1761" y="4762501"/>
            <a:ext cx="5163091" cy="2339662"/>
          </a:xfrm>
        </p:spPr>
        <p:txBody>
          <a:bodyPr anchor="ctr">
            <a:noAutofit/>
          </a:bodyPr>
          <a:lstStyle>
            <a:lvl1pPr algn="l">
              <a:defRPr sz="175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3C3EFA5-C654-4829-B84D-D3491E9A2F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9725" y="9442357"/>
            <a:ext cx="11936248" cy="1241738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l"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6" name="Google Shape;323;p38">
            <a:extLst>
              <a:ext uri="{FF2B5EF4-FFF2-40B4-BE49-F238E27FC236}">
                <a16:creationId xmlns:a16="http://schemas.microsoft.com/office/drawing/2014/main" id="{49BF7270-2667-462B-8639-1DDD7705307A}"/>
              </a:ext>
            </a:extLst>
          </p:cNvPr>
          <p:cNvSpPr/>
          <p:nvPr userDrawn="1"/>
        </p:nvSpPr>
        <p:spPr>
          <a:xfrm>
            <a:off x="18147799" y="6195300"/>
            <a:ext cx="6234616" cy="7520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grpSp>
        <p:nvGrpSpPr>
          <p:cNvPr id="7" name="Google Shape;324;p38">
            <a:extLst>
              <a:ext uri="{FF2B5EF4-FFF2-40B4-BE49-F238E27FC236}">
                <a16:creationId xmlns:a16="http://schemas.microsoft.com/office/drawing/2014/main" id="{19F2B8EC-ADF8-44E1-A5C9-C317FCE16C4D}"/>
              </a:ext>
            </a:extLst>
          </p:cNvPr>
          <p:cNvGrpSpPr/>
          <p:nvPr userDrawn="1"/>
        </p:nvGrpSpPr>
        <p:grpSpPr>
          <a:xfrm rot="10800000">
            <a:off x="18787231" y="4598576"/>
            <a:ext cx="947788" cy="6415776"/>
            <a:chOff x="3419800" y="255950"/>
            <a:chExt cx="762550" cy="5161525"/>
          </a:xfrm>
          <a:solidFill>
            <a:schemeClr val="accent1"/>
          </a:solidFill>
        </p:grpSpPr>
        <p:sp>
          <p:nvSpPr>
            <p:cNvPr id="8" name="Google Shape;325;p38">
              <a:extLst>
                <a:ext uri="{FF2B5EF4-FFF2-40B4-BE49-F238E27FC236}">
                  <a16:creationId xmlns:a16="http://schemas.microsoft.com/office/drawing/2014/main" id="{643FF487-04DB-41D1-88E1-D983ACB58822}"/>
                </a:ext>
              </a:extLst>
            </p:cNvPr>
            <p:cNvSpPr/>
            <p:nvPr/>
          </p:nvSpPr>
          <p:spPr>
            <a:xfrm>
              <a:off x="3419800" y="927375"/>
              <a:ext cx="186200" cy="3689925"/>
            </a:xfrm>
            <a:custGeom>
              <a:avLst/>
              <a:gdLst/>
              <a:ahLst/>
              <a:cxnLst/>
              <a:rect l="l" t="t" r="r" b="b"/>
              <a:pathLst>
                <a:path w="7448" h="147597" fill="none" extrusionOk="0">
                  <a:moveTo>
                    <a:pt x="0" y="0"/>
                  </a:moveTo>
                  <a:lnTo>
                    <a:pt x="7447" y="0"/>
                  </a:lnTo>
                  <a:lnTo>
                    <a:pt x="7447" y="147596"/>
                  </a:lnTo>
                  <a:lnTo>
                    <a:pt x="0" y="147596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9" name="Google Shape;326;p38">
              <a:extLst>
                <a:ext uri="{FF2B5EF4-FFF2-40B4-BE49-F238E27FC236}">
                  <a16:creationId xmlns:a16="http://schemas.microsoft.com/office/drawing/2014/main" id="{2DD5DE7C-7F39-4CDA-A722-F226E2B254F7}"/>
                </a:ext>
              </a:extLst>
            </p:cNvPr>
            <p:cNvSpPr/>
            <p:nvPr/>
          </p:nvSpPr>
          <p:spPr>
            <a:xfrm>
              <a:off x="3800075" y="927375"/>
              <a:ext cx="382275" cy="3689925"/>
            </a:xfrm>
            <a:custGeom>
              <a:avLst/>
              <a:gdLst/>
              <a:ahLst/>
              <a:cxnLst/>
              <a:rect l="l" t="t" r="r" b="b"/>
              <a:pathLst>
                <a:path w="15291" h="147597" fill="none" extrusionOk="0">
                  <a:moveTo>
                    <a:pt x="15291" y="0"/>
                  </a:moveTo>
                  <a:lnTo>
                    <a:pt x="15291" y="80"/>
                  </a:lnTo>
                  <a:lnTo>
                    <a:pt x="7844" y="80"/>
                  </a:lnTo>
                  <a:lnTo>
                    <a:pt x="7844" y="147596"/>
                  </a:lnTo>
                  <a:lnTo>
                    <a:pt x="0" y="147596"/>
                  </a:lnTo>
                  <a:lnTo>
                    <a:pt x="15291" y="147596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0" name="Google Shape;327;p38">
              <a:extLst>
                <a:ext uri="{FF2B5EF4-FFF2-40B4-BE49-F238E27FC236}">
                  <a16:creationId xmlns:a16="http://schemas.microsoft.com/office/drawing/2014/main" id="{B157F315-BDE8-48E7-A0FE-EFB92CA820F3}"/>
                </a:ext>
              </a:extLst>
            </p:cNvPr>
            <p:cNvSpPr/>
            <p:nvPr/>
          </p:nvSpPr>
          <p:spPr>
            <a:xfrm>
              <a:off x="3419800" y="685725"/>
              <a:ext cx="762550" cy="241675"/>
            </a:xfrm>
            <a:custGeom>
              <a:avLst/>
              <a:gdLst/>
              <a:ahLst/>
              <a:cxnLst/>
              <a:rect l="l" t="t" r="r" b="b"/>
              <a:pathLst>
                <a:path w="30502" h="9667" fill="none" extrusionOk="0">
                  <a:moveTo>
                    <a:pt x="0" y="1"/>
                  </a:moveTo>
                  <a:lnTo>
                    <a:pt x="30502" y="1"/>
                  </a:lnTo>
                  <a:lnTo>
                    <a:pt x="30502" y="9666"/>
                  </a:lnTo>
                  <a:lnTo>
                    <a:pt x="0" y="9666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1" name="Google Shape;328;p38">
              <a:extLst>
                <a:ext uri="{FF2B5EF4-FFF2-40B4-BE49-F238E27FC236}">
                  <a16:creationId xmlns:a16="http://schemas.microsoft.com/office/drawing/2014/main" id="{B04A2A4C-BF04-459B-A6A0-2F22F6624EFA}"/>
                </a:ext>
              </a:extLst>
            </p:cNvPr>
            <p:cNvSpPr/>
            <p:nvPr/>
          </p:nvSpPr>
          <p:spPr>
            <a:xfrm>
              <a:off x="3419800" y="927375"/>
              <a:ext cx="25" cy="2000"/>
            </a:xfrm>
            <a:custGeom>
              <a:avLst/>
              <a:gdLst/>
              <a:ahLst/>
              <a:cxnLst/>
              <a:rect l="l" t="t" r="r" b="b"/>
              <a:pathLst>
                <a:path w="1" h="80" fill="none" extrusionOk="0">
                  <a:moveTo>
                    <a:pt x="0" y="80"/>
                  </a:move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2" name="Google Shape;329;p38">
              <a:extLst>
                <a:ext uri="{FF2B5EF4-FFF2-40B4-BE49-F238E27FC236}">
                  <a16:creationId xmlns:a16="http://schemas.microsoft.com/office/drawing/2014/main" id="{73945205-B7A6-4B15-A941-39DA0E45D9D3}"/>
                </a:ext>
              </a:extLst>
            </p:cNvPr>
            <p:cNvSpPr/>
            <p:nvPr/>
          </p:nvSpPr>
          <p:spPr>
            <a:xfrm>
              <a:off x="3419800" y="927375"/>
              <a:ext cx="762550" cy="2000"/>
            </a:xfrm>
            <a:custGeom>
              <a:avLst/>
              <a:gdLst/>
              <a:ahLst/>
              <a:cxnLst/>
              <a:rect l="l" t="t" r="r" b="b"/>
              <a:pathLst>
                <a:path w="30502" h="80" fill="none" extrusionOk="0">
                  <a:moveTo>
                    <a:pt x="7447" y="0"/>
                  </a:moveTo>
                  <a:lnTo>
                    <a:pt x="23055" y="0"/>
                  </a:lnTo>
                  <a:lnTo>
                    <a:pt x="23055" y="80"/>
                  </a:lnTo>
                  <a:lnTo>
                    <a:pt x="30502" y="80"/>
                  </a:lnTo>
                  <a:lnTo>
                    <a:pt x="30502" y="0"/>
                  </a:lnTo>
                  <a:lnTo>
                    <a:pt x="0" y="0"/>
                  </a:lnTo>
                  <a:lnTo>
                    <a:pt x="0" y="80"/>
                  </a:lnTo>
                  <a:lnTo>
                    <a:pt x="7447" y="80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3" name="Google Shape;330;p38">
              <a:extLst>
                <a:ext uri="{FF2B5EF4-FFF2-40B4-BE49-F238E27FC236}">
                  <a16:creationId xmlns:a16="http://schemas.microsoft.com/office/drawing/2014/main" id="{E2A0CA52-E174-493B-838F-9B897D8F5E3D}"/>
                </a:ext>
              </a:extLst>
            </p:cNvPr>
            <p:cNvSpPr/>
            <p:nvPr/>
          </p:nvSpPr>
          <p:spPr>
            <a:xfrm>
              <a:off x="3419800" y="4617275"/>
              <a:ext cx="762550" cy="578375"/>
            </a:xfrm>
            <a:custGeom>
              <a:avLst/>
              <a:gdLst/>
              <a:ahLst/>
              <a:cxnLst/>
              <a:rect l="l" t="t" r="r" b="b"/>
              <a:pathLst>
                <a:path w="30502" h="23135" fill="none" extrusionOk="0">
                  <a:moveTo>
                    <a:pt x="10775" y="23134"/>
                  </a:moveTo>
                  <a:lnTo>
                    <a:pt x="19252" y="23134"/>
                  </a:lnTo>
                  <a:lnTo>
                    <a:pt x="3050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4" name="Google Shape;331;p38">
              <a:extLst>
                <a:ext uri="{FF2B5EF4-FFF2-40B4-BE49-F238E27FC236}">
                  <a16:creationId xmlns:a16="http://schemas.microsoft.com/office/drawing/2014/main" id="{6BDAFDD0-9B94-4F9E-8225-0D092310DCE2}"/>
                </a:ext>
              </a:extLst>
            </p:cNvPr>
            <p:cNvSpPr/>
            <p:nvPr/>
          </p:nvSpPr>
          <p:spPr>
            <a:xfrm>
              <a:off x="3419800" y="255950"/>
              <a:ext cx="762550" cy="431800"/>
            </a:xfrm>
            <a:custGeom>
              <a:avLst/>
              <a:gdLst/>
              <a:ahLst/>
              <a:cxnLst/>
              <a:rect l="l" t="t" r="r" b="b"/>
              <a:pathLst>
                <a:path w="30502" h="17272" fill="none" extrusionOk="0">
                  <a:moveTo>
                    <a:pt x="30502" y="15290"/>
                  </a:moveTo>
                  <a:cubicBezTo>
                    <a:pt x="30502" y="6813"/>
                    <a:pt x="23688" y="0"/>
                    <a:pt x="15211" y="0"/>
                  </a:cubicBezTo>
                  <a:lnTo>
                    <a:pt x="15211" y="0"/>
                  </a:lnTo>
                  <a:cubicBezTo>
                    <a:pt x="6814" y="0"/>
                    <a:pt x="0" y="6893"/>
                    <a:pt x="0" y="15290"/>
                  </a:cubicBezTo>
                  <a:lnTo>
                    <a:pt x="0" y="17271"/>
                  </a:lnTo>
                  <a:lnTo>
                    <a:pt x="30502" y="17271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5" name="Google Shape;332;p38">
              <a:extLst>
                <a:ext uri="{FF2B5EF4-FFF2-40B4-BE49-F238E27FC236}">
                  <a16:creationId xmlns:a16="http://schemas.microsoft.com/office/drawing/2014/main" id="{042B53E2-3FA8-4F82-BA35-1289803A8CC6}"/>
                </a:ext>
              </a:extLst>
            </p:cNvPr>
            <p:cNvSpPr/>
            <p:nvPr/>
          </p:nvSpPr>
          <p:spPr>
            <a:xfrm>
              <a:off x="3605975" y="4617275"/>
              <a:ext cx="194125" cy="25"/>
            </a:xfrm>
            <a:custGeom>
              <a:avLst/>
              <a:gdLst/>
              <a:ahLst/>
              <a:cxnLst/>
              <a:rect l="l" t="t" r="r" b="b"/>
              <a:pathLst>
                <a:path w="7765" h="1" fill="none" extrusionOk="0">
                  <a:moveTo>
                    <a:pt x="0" y="0"/>
                  </a:moveTo>
                  <a:lnTo>
                    <a:pt x="7764" y="0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6" name="Google Shape;333;p38">
              <a:extLst>
                <a:ext uri="{FF2B5EF4-FFF2-40B4-BE49-F238E27FC236}">
                  <a16:creationId xmlns:a16="http://schemas.microsoft.com/office/drawing/2014/main" id="{F3F4B1CC-88AB-45D5-A5B8-B899A36F0F96}"/>
                </a:ext>
              </a:extLst>
            </p:cNvPr>
            <p:cNvSpPr/>
            <p:nvPr/>
          </p:nvSpPr>
          <p:spPr>
            <a:xfrm>
              <a:off x="3605975" y="929350"/>
              <a:ext cx="390200" cy="3687950"/>
            </a:xfrm>
            <a:custGeom>
              <a:avLst/>
              <a:gdLst/>
              <a:ahLst/>
              <a:cxnLst/>
              <a:rect l="l" t="t" r="r" b="b"/>
              <a:pathLst>
                <a:path w="15608" h="147518" fill="none" extrusionOk="0">
                  <a:moveTo>
                    <a:pt x="15608" y="1"/>
                  </a:moveTo>
                  <a:lnTo>
                    <a:pt x="0" y="1"/>
                  </a:lnTo>
                  <a:lnTo>
                    <a:pt x="0" y="147517"/>
                  </a:lnTo>
                  <a:lnTo>
                    <a:pt x="7764" y="147517"/>
                  </a:lnTo>
                  <a:lnTo>
                    <a:pt x="15608" y="147517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7" name="Google Shape;334;p38">
              <a:extLst>
                <a:ext uri="{FF2B5EF4-FFF2-40B4-BE49-F238E27FC236}">
                  <a16:creationId xmlns:a16="http://schemas.microsoft.com/office/drawing/2014/main" id="{818796B9-8F17-4C30-A240-9CF8DA5CAC40}"/>
                </a:ext>
              </a:extLst>
            </p:cNvPr>
            <p:cNvSpPr/>
            <p:nvPr/>
          </p:nvSpPr>
          <p:spPr>
            <a:xfrm>
              <a:off x="3605975" y="927375"/>
              <a:ext cx="390200" cy="2000"/>
            </a:xfrm>
            <a:custGeom>
              <a:avLst/>
              <a:gdLst/>
              <a:ahLst/>
              <a:cxnLst/>
              <a:rect l="l" t="t" r="r" b="b"/>
              <a:pathLst>
                <a:path w="15608" h="80" fill="none" extrusionOk="0">
                  <a:moveTo>
                    <a:pt x="0" y="0"/>
                  </a:moveTo>
                  <a:lnTo>
                    <a:pt x="15608" y="0"/>
                  </a:lnTo>
                  <a:lnTo>
                    <a:pt x="15608" y="80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8" name="Google Shape;335;p38">
              <a:extLst>
                <a:ext uri="{FF2B5EF4-FFF2-40B4-BE49-F238E27FC236}">
                  <a16:creationId xmlns:a16="http://schemas.microsoft.com/office/drawing/2014/main" id="{ADEC5310-08F7-43D2-8C60-ECA2CA70A3AD}"/>
                </a:ext>
              </a:extLst>
            </p:cNvPr>
            <p:cNvSpPr/>
            <p:nvPr/>
          </p:nvSpPr>
          <p:spPr>
            <a:xfrm>
              <a:off x="3689150" y="5195625"/>
              <a:ext cx="211950" cy="221850"/>
            </a:xfrm>
            <a:custGeom>
              <a:avLst/>
              <a:gdLst/>
              <a:ahLst/>
              <a:cxnLst/>
              <a:rect l="l" t="t" r="r" b="b"/>
              <a:pathLst>
                <a:path w="8478" h="8874" extrusionOk="0">
                  <a:moveTo>
                    <a:pt x="1" y="0"/>
                  </a:moveTo>
                  <a:lnTo>
                    <a:pt x="4120" y="8873"/>
                  </a:lnTo>
                  <a:lnTo>
                    <a:pt x="8478" y="0"/>
                  </a:lnTo>
                  <a:close/>
                </a:path>
              </a:pathLst>
            </a:custGeom>
            <a:grpFill/>
            <a:ln w="28575" cap="flat" cmpd="sng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</p:grpSp>
      <p:sp>
        <p:nvSpPr>
          <p:cNvPr id="19" name="Google Shape;336;p38">
            <a:extLst>
              <a:ext uri="{FF2B5EF4-FFF2-40B4-BE49-F238E27FC236}">
                <a16:creationId xmlns:a16="http://schemas.microsoft.com/office/drawing/2014/main" id="{51017E00-1E3E-4B74-BE89-EE909C389596}"/>
              </a:ext>
            </a:extLst>
          </p:cNvPr>
          <p:cNvSpPr/>
          <p:nvPr userDrawn="1"/>
        </p:nvSpPr>
        <p:spPr>
          <a:xfrm>
            <a:off x="502766" y="8249872"/>
            <a:ext cx="1021136" cy="1054488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0" name="Google Shape;337;p38">
            <a:extLst>
              <a:ext uri="{FF2B5EF4-FFF2-40B4-BE49-F238E27FC236}">
                <a16:creationId xmlns:a16="http://schemas.microsoft.com/office/drawing/2014/main" id="{85B27DAF-7C89-49EE-892A-FDB2D020CCB1}"/>
              </a:ext>
            </a:extLst>
          </p:cNvPr>
          <p:cNvSpPr/>
          <p:nvPr userDrawn="1"/>
        </p:nvSpPr>
        <p:spPr>
          <a:xfrm>
            <a:off x="6969646" y="816650"/>
            <a:ext cx="1781884" cy="178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1" name="Google Shape;338;p38">
            <a:extLst>
              <a:ext uri="{FF2B5EF4-FFF2-40B4-BE49-F238E27FC236}">
                <a16:creationId xmlns:a16="http://schemas.microsoft.com/office/drawing/2014/main" id="{1A7842F8-DDB5-4243-BDC5-1CD4219194EE}"/>
              </a:ext>
            </a:extLst>
          </p:cNvPr>
          <p:cNvSpPr/>
          <p:nvPr userDrawn="1"/>
        </p:nvSpPr>
        <p:spPr>
          <a:xfrm>
            <a:off x="14228460" y="4273644"/>
            <a:ext cx="866944" cy="86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0A522-7D31-4010-92ED-DFB7BD4F2B36}"/>
              </a:ext>
            </a:extLst>
          </p:cNvPr>
          <p:cNvCxnSpPr>
            <a:cxnSpLocks/>
          </p:cNvCxnSpPr>
          <p:nvPr userDrawn="1"/>
        </p:nvCxnSpPr>
        <p:spPr>
          <a:xfrm>
            <a:off x="2519725" y="8666556"/>
            <a:ext cx="1193624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35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DAA8547-A077-43F7-A734-C7FC333D1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45299" y="5713638"/>
            <a:ext cx="16988626" cy="1737360"/>
          </a:xfrm>
        </p:spPr>
        <p:txBody>
          <a:bodyPr anchor="ctr">
            <a:noAutofit/>
          </a:bodyPr>
          <a:lstStyle>
            <a:lvl1pPr algn="ctr">
              <a:defRPr sz="107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E86E9DF-6E22-4C91-BD39-F129A49358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4938" y="3295651"/>
            <a:ext cx="5229352" cy="2398938"/>
          </a:xfrm>
        </p:spPr>
        <p:txBody>
          <a:bodyPr anchor="ctr">
            <a:noAutofit/>
          </a:bodyPr>
          <a:lstStyle>
            <a:lvl1pPr algn="ctr">
              <a:defRPr sz="175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D20617-886D-4ECD-A561-10BD7E0614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0625" y="8056790"/>
            <a:ext cx="11017974" cy="1200504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16" name="Google Shape;440;p42">
            <a:extLst>
              <a:ext uri="{FF2B5EF4-FFF2-40B4-BE49-F238E27FC236}">
                <a16:creationId xmlns:a16="http://schemas.microsoft.com/office/drawing/2014/main" id="{B5C3D971-7E3C-4B07-AA0A-0D89E576E9A4}"/>
              </a:ext>
            </a:extLst>
          </p:cNvPr>
          <p:cNvSpPr/>
          <p:nvPr userDrawn="1"/>
        </p:nvSpPr>
        <p:spPr>
          <a:xfrm>
            <a:off x="2091465" y="9835101"/>
            <a:ext cx="1574100" cy="157420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17" name="Google Shape;441;p42">
            <a:extLst>
              <a:ext uri="{FF2B5EF4-FFF2-40B4-BE49-F238E27FC236}">
                <a16:creationId xmlns:a16="http://schemas.microsoft.com/office/drawing/2014/main" id="{670FCA21-6AEC-46FE-9559-9EF3671FF3C9}"/>
              </a:ext>
            </a:extLst>
          </p:cNvPr>
          <p:cNvSpPr/>
          <p:nvPr userDrawn="1"/>
        </p:nvSpPr>
        <p:spPr>
          <a:xfrm>
            <a:off x="16544686" y="761215"/>
            <a:ext cx="1040290" cy="10403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FE81B1-57C4-401D-9228-E86186775939}"/>
              </a:ext>
            </a:extLst>
          </p:cNvPr>
          <p:cNvSpPr/>
          <p:nvPr userDrawn="1"/>
        </p:nvSpPr>
        <p:spPr>
          <a:xfrm>
            <a:off x="0" y="0"/>
            <a:ext cx="4444105" cy="4634300"/>
          </a:xfrm>
          <a:custGeom>
            <a:avLst/>
            <a:gdLst>
              <a:gd name="connsiteX0" fmla="*/ 0 w 2222197"/>
              <a:gd name="connsiteY0" fmla="*/ 0 h 2317150"/>
              <a:gd name="connsiteX1" fmla="*/ 1820110 w 2222197"/>
              <a:gd name="connsiteY1" fmla="*/ 0 h 2317150"/>
              <a:gd name="connsiteX2" fmla="*/ 1825473 w 2222197"/>
              <a:gd name="connsiteY2" fmla="*/ 4874 h 2317150"/>
              <a:gd name="connsiteX3" fmla="*/ 2222197 w 2222197"/>
              <a:gd name="connsiteY3" fmla="*/ 962650 h 2317150"/>
              <a:gd name="connsiteX4" fmla="*/ 867697 w 2222197"/>
              <a:gd name="connsiteY4" fmla="*/ 2317150 h 2317150"/>
              <a:gd name="connsiteX5" fmla="*/ 6109 w 2222197"/>
              <a:gd name="connsiteY5" fmla="*/ 2007848 h 2317150"/>
              <a:gd name="connsiteX6" fmla="*/ 0 w 2222197"/>
              <a:gd name="connsiteY6" fmla="*/ 2002296 h 2317150"/>
              <a:gd name="connsiteX7" fmla="*/ 0 w 2222197"/>
              <a:gd name="connsiteY7" fmla="*/ 0 h 231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197" h="2317150">
                <a:moveTo>
                  <a:pt x="0" y="0"/>
                </a:moveTo>
                <a:lnTo>
                  <a:pt x="1820110" y="0"/>
                </a:lnTo>
                <a:lnTo>
                  <a:pt x="1825473" y="4874"/>
                </a:lnTo>
                <a:cubicBezTo>
                  <a:pt x="2070590" y="249990"/>
                  <a:pt x="2222197" y="588615"/>
                  <a:pt x="2222197" y="962650"/>
                </a:cubicBezTo>
                <a:cubicBezTo>
                  <a:pt x="2222197" y="1710720"/>
                  <a:pt x="1615767" y="2317150"/>
                  <a:pt x="867697" y="2317150"/>
                </a:cubicBezTo>
                <a:cubicBezTo>
                  <a:pt x="540416" y="2317150"/>
                  <a:pt x="240247" y="2201076"/>
                  <a:pt x="6109" y="2007848"/>
                </a:cubicBezTo>
                <a:lnTo>
                  <a:pt x="0" y="20022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CAE6057-131D-4CE4-92D7-C0CB71764575}"/>
              </a:ext>
            </a:extLst>
          </p:cNvPr>
          <p:cNvSpPr/>
          <p:nvPr userDrawn="1"/>
        </p:nvSpPr>
        <p:spPr>
          <a:xfrm>
            <a:off x="21673589" y="6858000"/>
            <a:ext cx="2708824" cy="5418000"/>
          </a:xfrm>
          <a:custGeom>
            <a:avLst/>
            <a:gdLst>
              <a:gd name="connsiteX0" fmla="*/ 1354500 w 1354500"/>
              <a:gd name="connsiteY0" fmla="*/ 0 h 2709000"/>
              <a:gd name="connsiteX1" fmla="*/ 1354500 w 1354500"/>
              <a:gd name="connsiteY1" fmla="*/ 2709000 h 2709000"/>
              <a:gd name="connsiteX2" fmla="*/ 0 w 1354500"/>
              <a:gd name="connsiteY2" fmla="*/ 1354500 h 2709000"/>
              <a:gd name="connsiteX3" fmla="*/ 1354500 w 1354500"/>
              <a:gd name="connsiteY3" fmla="*/ 0 h 270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4500" h="2709000">
                <a:moveTo>
                  <a:pt x="1354500" y="0"/>
                </a:moveTo>
                <a:lnTo>
                  <a:pt x="1354500" y="2709000"/>
                </a:lnTo>
                <a:cubicBezTo>
                  <a:pt x="606430" y="2709000"/>
                  <a:pt x="0" y="2102570"/>
                  <a:pt x="0" y="1354500"/>
                </a:cubicBezTo>
                <a:cubicBezTo>
                  <a:pt x="0" y="606430"/>
                  <a:pt x="606430" y="0"/>
                  <a:pt x="1354500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00623F-C23E-4687-A7C3-F7A54B0A71F2}"/>
              </a:ext>
            </a:extLst>
          </p:cNvPr>
          <p:cNvCxnSpPr>
            <a:cxnSpLocks/>
          </p:cNvCxnSpPr>
          <p:nvPr userDrawn="1"/>
        </p:nvCxnSpPr>
        <p:spPr>
          <a:xfrm>
            <a:off x="6930625" y="7286644"/>
            <a:ext cx="11017974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43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5118880-2F22-4B76-843E-ED6C4C1F7E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663" y="6776974"/>
            <a:ext cx="14500606" cy="1737360"/>
          </a:xfrm>
        </p:spPr>
        <p:txBody>
          <a:bodyPr anchor="ctr">
            <a:noAutofit/>
          </a:bodyPr>
          <a:lstStyle>
            <a:lvl1pPr algn="ctr">
              <a:defRPr sz="107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E85ED36-A248-4B13-8B06-29ABF673B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542293" y="4358987"/>
            <a:ext cx="5901351" cy="2398938"/>
          </a:xfrm>
        </p:spPr>
        <p:txBody>
          <a:bodyPr anchor="ctr">
            <a:noAutofit/>
          </a:bodyPr>
          <a:lstStyle>
            <a:lvl1pPr algn="ctr">
              <a:defRPr sz="17599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B2D1E86-D548-476D-8FFD-787DA9EBDD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83979" y="9120126"/>
            <a:ext cx="11017974" cy="1200504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6" name="Google Shape;504;p46">
            <a:extLst>
              <a:ext uri="{FF2B5EF4-FFF2-40B4-BE49-F238E27FC236}">
                <a16:creationId xmlns:a16="http://schemas.microsoft.com/office/drawing/2014/main" id="{1FAA6426-9852-43D7-99BD-23545577ADA6}"/>
              </a:ext>
            </a:extLst>
          </p:cNvPr>
          <p:cNvSpPr/>
          <p:nvPr userDrawn="1"/>
        </p:nvSpPr>
        <p:spPr>
          <a:xfrm>
            <a:off x="0" y="0"/>
            <a:ext cx="4012539" cy="9568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3" name="Google Shape;521;p46">
            <a:extLst>
              <a:ext uri="{FF2B5EF4-FFF2-40B4-BE49-F238E27FC236}">
                <a16:creationId xmlns:a16="http://schemas.microsoft.com/office/drawing/2014/main" id="{5E0E9587-FE6D-4B82-B248-E812F3E88961}"/>
              </a:ext>
            </a:extLst>
          </p:cNvPr>
          <p:cNvSpPr/>
          <p:nvPr userDrawn="1"/>
        </p:nvSpPr>
        <p:spPr>
          <a:xfrm>
            <a:off x="15903933" y="756800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4" name="Google Shape;522;p46">
            <a:extLst>
              <a:ext uri="{FF2B5EF4-FFF2-40B4-BE49-F238E27FC236}">
                <a16:creationId xmlns:a16="http://schemas.microsoft.com/office/drawing/2014/main" id="{083E32E2-F914-4F2A-AB0B-7D6AAD06BEB2}"/>
              </a:ext>
            </a:extLst>
          </p:cNvPr>
          <p:cNvSpPr/>
          <p:nvPr userDrawn="1"/>
        </p:nvSpPr>
        <p:spPr>
          <a:xfrm>
            <a:off x="7247774" y="1633200"/>
            <a:ext cx="1075130" cy="10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5" name="Google Shape;523;p46">
            <a:extLst>
              <a:ext uri="{FF2B5EF4-FFF2-40B4-BE49-F238E27FC236}">
                <a16:creationId xmlns:a16="http://schemas.microsoft.com/office/drawing/2014/main" id="{53931E0D-26A5-4000-B18B-B5B79CAB9DC3}"/>
              </a:ext>
            </a:extLst>
          </p:cNvPr>
          <p:cNvSpPr/>
          <p:nvPr userDrawn="1"/>
        </p:nvSpPr>
        <p:spPr>
          <a:xfrm>
            <a:off x="22417900" y="8188806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6" name="Google Shape;521;p46">
            <a:extLst>
              <a:ext uri="{FF2B5EF4-FFF2-40B4-BE49-F238E27FC236}">
                <a16:creationId xmlns:a16="http://schemas.microsoft.com/office/drawing/2014/main" id="{CFCF95E0-E841-490E-81D7-5559D79E43C6}"/>
              </a:ext>
            </a:extLst>
          </p:cNvPr>
          <p:cNvSpPr/>
          <p:nvPr userDrawn="1"/>
        </p:nvSpPr>
        <p:spPr>
          <a:xfrm>
            <a:off x="5630581" y="11446223"/>
            <a:ext cx="1040290" cy="10403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51EA1-D089-4405-AF8C-5E4EA3EA526C}"/>
              </a:ext>
            </a:extLst>
          </p:cNvPr>
          <p:cNvCxnSpPr>
            <a:cxnSpLocks/>
          </p:cNvCxnSpPr>
          <p:nvPr userDrawn="1"/>
        </p:nvCxnSpPr>
        <p:spPr>
          <a:xfrm>
            <a:off x="9983979" y="8309882"/>
            <a:ext cx="11017974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picture containing text, plate, tableware, dishware&#10;&#10;Description automatically generated">
            <a:extLst>
              <a:ext uri="{FF2B5EF4-FFF2-40B4-BE49-F238E27FC236}">
                <a16:creationId xmlns:a16="http://schemas.microsoft.com/office/drawing/2014/main" id="{206240B5-E692-4491-9B60-0888AD9E20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39355" y="5175907"/>
            <a:ext cx="5247942" cy="43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9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005" y="734282"/>
            <a:ext cx="15684403" cy="1680440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Comparison</a:t>
            </a:r>
          </a:p>
        </p:txBody>
      </p:sp>
      <p:sp>
        <p:nvSpPr>
          <p:cNvPr id="4" name="Google Shape;521;p46">
            <a:extLst>
              <a:ext uri="{FF2B5EF4-FFF2-40B4-BE49-F238E27FC236}">
                <a16:creationId xmlns:a16="http://schemas.microsoft.com/office/drawing/2014/main" id="{5B00E446-CF89-44CA-BAF9-988651817BC8}"/>
              </a:ext>
            </a:extLst>
          </p:cNvPr>
          <p:cNvSpPr/>
          <p:nvPr userDrawn="1"/>
        </p:nvSpPr>
        <p:spPr>
          <a:xfrm>
            <a:off x="22636805" y="6226574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6" name="Google Shape;523;p46">
            <a:extLst>
              <a:ext uri="{FF2B5EF4-FFF2-40B4-BE49-F238E27FC236}">
                <a16:creationId xmlns:a16="http://schemas.microsoft.com/office/drawing/2014/main" id="{E1D932C5-8F36-4E7B-B543-6BF2EECFA457}"/>
              </a:ext>
            </a:extLst>
          </p:cNvPr>
          <p:cNvSpPr/>
          <p:nvPr userDrawn="1"/>
        </p:nvSpPr>
        <p:spPr>
          <a:xfrm>
            <a:off x="16757071" y="3194428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8FA1B8-ABB6-489A-A350-B9D5221E8B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4796" y="5893712"/>
            <a:ext cx="9581830" cy="6036256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marL="1828709" indent="-914354">
              <a:buFont typeface="Arial" panose="020B0604020202020204" pitchFamily="34" charset="0"/>
              <a:buChar char="•"/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6DEF43B-759C-44E5-ABE1-E85520E8E6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55790" y="5893712"/>
            <a:ext cx="9581830" cy="6036256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marL="1828709" indent="-914354">
              <a:buFont typeface="Arial" panose="020B0604020202020204" pitchFamily="34" charset="0"/>
              <a:buChar char="•"/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0D1B92-EF62-4AED-94AC-921B0DC8FE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6113" y="4854577"/>
            <a:ext cx="7198971" cy="765174"/>
          </a:xfrm>
          <a:ln w="28575">
            <a:solidFill>
              <a:schemeClr val="tx2"/>
            </a:solidFill>
          </a:ln>
        </p:spPr>
        <p:txBody>
          <a:bodyPr anchor="ctr"/>
          <a:lstStyle>
            <a:lvl1pPr algn="ctr"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23DD322-6948-4F9B-A0C6-84BB595A76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17331" y="4854575"/>
            <a:ext cx="7198971" cy="765174"/>
          </a:xfrm>
          <a:ln w="28575">
            <a:solidFill>
              <a:schemeClr val="tx2"/>
            </a:solidFill>
          </a:ln>
        </p:spPr>
        <p:txBody>
          <a:bodyPr anchor="ctr"/>
          <a:lstStyle>
            <a:lvl1pPr algn="ctr"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F59A57-4202-4E04-8CB8-396C0252F187}"/>
              </a:ext>
            </a:extLst>
          </p:cNvPr>
          <p:cNvCxnSpPr>
            <a:cxnSpLocks/>
          </p:cNvCxnSpPr>
          <p:nvPr userDrawn="1"/>
        </p:nvCxnSpPr>
        <p:spPr>
          <a:xfrm>
            <a:off x="4349005" y="2224966"/>
            <a:ext cx="15684403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5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A6C4F7-EC07-49CB-ACDD-6014293496BD}"/>
              </a:ext>
            </a:extLst>
          </p:cNvPr>
          <p:cNvSpPr/>
          <p:nvPr userDrawn="1"/>
        </p:nvSpPr>
        <p:spPr>
          <a:xfrm>
            <a:off x="-190402" y="5017738"/>
            <a:ext cx="4279537" cy="8698262"/>
          </a:xfrm>
          <a:custGeom>
            <a:avLst/>
            <a:gdLst>
              <a:gd name="connsiteX0" fmla="*/ 0 w 2139908"/>
              <a:gd name="connsiteY0" fmla="*/ 0 h 4349131"/>
              <a:gd name="connsiteX1" fmla="*/ 157415 w 2139908"/>
              <a:gd name="connsiteY1" fmla="*/ 7949 h 4349131"/>
              <a:gd name="connsiteX2" fmla="*/ 2139908 w 2139908"/>
              <a:gd name="connsiteY2" fmla="*/ 2204824 h 4349131"/>
              <a:gd name="connsiteX3" fmla="*/ 588306 w 2139908"/>
              <a:gd name="connsiteY3" fmla="*/ 4313820 h 4349131"/>
              <a:gd name="connsiteX4" fmla="*/ 450978 w 2139908"/>
              <a:gd name="connsiteY4" fmla="*/ 4349131 h 4349131"/>
              <a:gd name="connsiteX5" fmla="*/ 0 w 2139908"/>
              <a:gd name="connsiteY5" fmla="*/ 4349131 h 4349131"/>
              <a:gd name="connsiteX6" fmla="*/ 0 w 2139908"/>
              <a:gd name="connsiteY6" fmla="*/ 0 h 434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9908" h="4349131">
                <a:moveTo>
                  <a:pt x="0" y="0"/>
                </a:moveTo>
                <a:lnTo>
                  <a:pt x="157415" y="7949"/>
                </a:lnTo>
                <a:cubicBezTo>
                  <a:pt x="1270952" y="121035"/>
                  <a:pt x="2139908" y="1061452"/>
                  <a:pt x="2139908" y="2204824"/>
                </a:cubicBezTo>
                <a:cubicBezTo>
                  <a:pt x="2139908" y="3195746"/>
                  <a:pt x="1487225" y="4034227"/>
                  <a:pt x="588306" y="4313820"/>
                </a:cubicBezTo>
                <a:lnTo>
                  <a:pt x="450978" y="4349131"/>
                </a:lnTo>
                <a:lnTo>
                  <a:pt x="0" y="43491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136" y="730254"/>
            <a:ext cx="15959859" cy="1444835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1368893-0460-416B-B7B0-E4D52CB5F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9136" y="3266402"/>
            <a:ext cx="19083685" cy="9436776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54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54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54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54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Google Shape;521;p46">
            <a:extLst>
              <a:ext uri="{FF2B5EF4-FFF2-40B4-BE49-F238E27FC236}">
                <a16:creationId xmlns:a16="http://schemas.microsoft.com/office/drawing/2014/main" id="{F2566569-E722-431D-9CB9-AC3A2B37BFC3}"/>
              </a:ext>
            </a:extLst>
          </p:cNvPr>
          <p:cNvSpPr/>
          <p:nvPr userDrawn="1"/>
        </p:nvSpPr>
        <p:spPr>
          <a:xfrm>
            <a:off x="23302039" y="8115506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1BCED7-21F9-4CE1-B4FD-D1A0630A53CA}"/>
              </a:ext>
            </a:extLst>
          </p:cNvPr>
          <p:cNvCxnSpPr>
            <a:cxnSpLocks/>
          </p:cNvCxnSpPr>
          <p:nvPr userDrawn="1"/>
        </p:nvCxnSpPr>
        <p:spPr>
          <a:xfrm>
            <a:off x="4089136" y="2175090"/>
            <a:ext cx="15959859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Icon&#10;&#10;Description automatically generated">
            <a:extLst>
              <a:ext uri="{FF2B5EF4-FFF2-40B4-BE49-F238E27FC236}">
                <a16:creationId xmlns:a16="http://schemas.microsoft.com/office/drawing/2014/main" id="{A42149A9-E8E5-4716-8BB6-7E25E3450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6821" y="6929175"/>
            <a:ext cx="4279537" cy="487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5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F09CB2-34EF-45EB-8425-9B3B8E47234B}"/>
              </a:ext>
            </a:extLst>
          </p:cNvPr>
          <p:cNvSpPr/>
          <p:nvPr userDrawn="1"/>
        </p:nvSpPr>
        <p:spPr>
          <a:xfrm>
            <a:off x="1676292" y="480984"/>
            <a:ext cx="16770484" cy="2178979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627182-7F52-428A-8ED6-E03409AF0B2F}"/>
              </a:ext>
            </a:extLst>
          </p:cNvPr>
          <p:cNvCxnSpPr>
            <a:cxnSpLocks/>
          </p:cNvCxnSpPr>
          <p:nvPr userDrawn="1"/>
        </p:nvCxnSpPr>
        <p:spPr>
          <a:xfrm>
            <a:off x="1676293" y="2224966"/>
            <a:ext cx="18372701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2BCB099-5337-4FB4-94AD-EBAD7CE13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2650" y="3266402"/>
            <a:ext cx="21020168" cy="9436776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521;p46">
            <a:extLst>
              <a:ext uri="{FF2B5EF4-FFF2-40B4-BE49-F238E27FC236}">
                <a16:creationId xmlns:a16="http://schemas.microsoft.com/office/drawing/2014/main" id="{109A188B-2C2A-48F2-B333-3B12AFF519B1}"/>
              </a:ext>
            </a:extLst>
          </p:cNvPr>
          <p:cNvSpPr/>
          <p:nvPr userDrawn="1"/>
        </p:nvSpPr>
        <p:spPr>
          <a:xfrm>
            <a:off x="23320586" y="9939592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7" name="Google Shape;522;p46">
            <a:extLst>
              <a:ext uri="{FF2B5EF4-FFF2-40B4-BE49-F238E27FC236}">
                <a16:creationId xmlns:a16="http://schemas.microsoft.com/office/drawing/2014/main" id="{A6C850C8-22B0-4367-87C6-8E7D42541FB1}"/>
              </a:ext>
            </a:extLst>
          </p:cNvPr>
          <p:cNvSpPr/>
          <p:nvPr userDrawn="1"/>
        </p:nvSpPr>
        <p:spPr>
          <a:xfrm>
            <a:off x="277430" y="7086374"/>
            <a:ext cx="1075130" cy="10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8" name="Google Shape;523;p46">
            <a:extLst>
              <a:ext uri="{FF2B5EF4-FFF2-40B4-BE49-F238E27FC236}">
                <a16:creationId xmlns:a16="http://schemas.microsoft.com/office/drawing/2014/main" id="{D8F7ECA8-F820-4149-AB7C-2B56A4FC7B6C}"/>
              </a:ext>
            </a:extLst>
          </p:cNvPr>
          <p:cNvSpPr/>
          <p:nvPr userDrawn="1"/>
        </p:nvSpPr>
        <p:spPr>
          <a:xfrm>
            <a:off x="23334297" y="3916218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5FE4105-8AA1-7FFC-0750-BE372AA5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730254"/>
            <a:ext cx="17896344" cy="1444835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51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73F8A0-68A3-4894-A385-852ADAB9CD72}"/>
              </a:ext>
            </a:extLst>
          </p:cNvPr>
          <p:cNvSpPr/>
          <p:nvPr userDrawn="1"/>
        </p:nvSpPr>
        <p:spPr>
          <a:xfrm>
            <a:off x="1676292" y="480984"/>
            <a:ext cx="16770484" cy="2178979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627182-7F52-428A-8ED6-E03409AF0B2F}"/>
              </a:ext>
            </a:extLst>
          </p:cNvPr>
          <p:cNvCxnSpPr>
            <a:cxnSpLocks/>
          </p:cNvCxnSpPr>
          <p:nvPr userDrawn="1"/>
        </p:nvCxnSpPr>
        <p:spPr>
          <a:xfrm>
            <a:off x="1676293" y="2224966"/>
            <a:ext cx="18372701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2BCB099-5337-4FB4-94AD-EBAD7CE13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2652" y="3435927"/>
            <a:ext cx="20585799" cy="9267250"/>
          </a:xfrm>
          <a:noFill/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>
              <a:defRPr sz="4000">
                <a:solidFill>
                  <a:schemeClr val="tx2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1pPr>
            <a:lvl2pPr>
              <a:defRPr sz="4000">
                <a:solidFill>
                  <a:schemeClr val="tx2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2pPr>
            <a:lvl3pPr>
              <a:defRPr sz="4000">
                <a:solidFill>
                  <a:schemeClr val="tx2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3pPr>
            <a:lvl4pPr>
              <a:defRPr sz="4000">
                <a:solidFill>
                  <a:schemeClr val="tx2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4pPr>
            <a:lvl5pPr>
              <a:defRPr sz="4000">
                <a:solidFill>
                  <a:schemeClr val="tx2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521;p46">
            <a:extLst>
              <a:ext uri="{FF2B5EF4-FFF2-40B4-BE49-F238E27FC236}">
                <a16:creationId xmlns:a16="http://schemas.microsoft.com/office/drawing/2014/main" id="{109A188B-2C2A-48F2-B333-3B12AFF519B1}"/>
              </a:ext>
            </a:extLst>
          </p:cNvPr>
          <p:cNvSpPr/>
          <p:nvPr userDrawn="1"/>
        </p:nvSpPr>
        <p:spPr>
          <a:xfrm>
            <a:off x="23062183" y="10475300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7" name="Google Shape;522;p46">
            <a:extLst>
              <a:ext uri="{FF2B5EF4-FFF2-40B4-BE49-F238E27FC236}">
                <a16:creationId xmlns:a16="http://schemas.microsoft.com/office/drawing/2014/main" id="{A6C850C8-22B0-4367-87C6-8E7D42541FB1}"/>
              </a:ext>
            </a:extLst>
          </p:cNvPr>
          <p:cNvSpPr/>
          <p:nvPr userDrawn="1"/>
        </p:nvSpPr>
        <p:spPr>
          <a:xfrm>
            <a:off x="277430" y="7086374"/>
            <a:ext cx="1075130" cy="10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8" name="Google Shape;523;p46">
            <a:extLst>
              <a:ext uri="{FF2B5EF4-FFF2-40B4-BE49-F238E27FC236}">
                <a16:creationId xmlns:a16="http://schemas.microsoft.com/office/drawing/2014/main" id="{D8F7ECA8-F820-4149-AB7C-2B56A4FC7B6C}"/>
              </a:ext>
            </a:extLst>
          </p:cNvPr>
          <p:cNvSpPr/>
          <p:nvPr userDrawn="1"/>
        </p:nvSpPr>
        <p:spPr>
          <a:xfrm>
            <a:off x="23334297" y="3916218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BCD34A-92E2-C2E9-B662-9420AF14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730254"/>
            <a:ext cx="17896344" cy="1444835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6984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8639C6-147F-4294-8944-BCA67649DB03}"/>
              </a:ext>
            </a:extLst>
          </p:cNvPr>
          <p:cNvSpPr/>
          <p:nvPr userDrawn="1"/>
        </p:nvSpPr>
        <p:spPr>
          <a:xfrm>
            <a:off x="1676292" y="480984"/>
            <a:ext cx="16770484" cy="2178979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627182-7F52-428A-8ED6-E03409AF0B2F}"/>
              </a:ext>
            </a:extLst>
          </p:cNvPr>
          <p:cNvCxnSpPr>
            <a:cxnSpLocks/>
          </p:cNvCxnSpPr>
          <p:nvPr userDrawn="1"/>
        </p:nvCxnSpPr>
        <p:spPr>
          <a:xfrm>
            <a:off x="1676293" y="2224966"/>
            <a:ext cx="18372701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3F18E08F-1F12-D326-DCBE-4D762900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730254"/>
            <a:ext cx="17896344" cy="1444835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3205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6FAD54-8CC4-4547-89CD-CC1300D427ED}"/>
              </a:ext>
            </a:extLst>
          </p:cNvPr>
          <p:cNvSpPr txBox="1"/>
          <p:nvPr userDrawn="1"/>
        </p:nvSpPr>
        <p:spPr>
          <a:xfrm>
            <a:off x="5321025" y="3887957"/>
            <a:ext cx="13740364" cy="59400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01059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292" y="730252"/>
            <a:ext cx="18372702" cy="168044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Phenomena Bold" panose="00000800000000000000" pitchFamily="50" charset="-52"/>
              </a:defRPr>
            </a:lvl1pPr>
          </a:lstStyle>
          <a:p>
            <a:r>
              <a:rPr lang="en-US" dirty="0"/>
              <a:t>Important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627182-7F52-428A-8ED6-E03409AF0B2F}"/>
              </a:ext>
            </a:extLst>
          </p:cNvPr>
          <p:cNvCxnSpPr>
            <a:cxnSpLocks/>
          </p:cNvCxnSpPr>
          <p:nvPr userDrawn="1"/>
        </p:nvCxnSpPr>
        <p:spPr>
          <a:xfrm>
            <a:off x="1676292" y="2224966"/>
            <a:ext cx="18372702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2BCB099-5337-4FB4-94AD-EBAD7CE13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291" y="5547987"/>
            <a:ext cx="7855485" cy="2081982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Google Shape;521;p46">
            <a:extLst>
              <a:ext uri="{FF2B5EF4-FFF2-40B4-BE49-F238E27FC236}">
                <a16:creationId xmlns:a16="http://schemas.microsoft.com/office/drawing/2014/main" id="{109A188B-2C2A-48F2-B333-3B12AFF519B1}"/>
              </a:ext>
            </a:extLst>
          </p:cNvPr>
          <p:cNvSpPr/>
          <p:nvPr userDrawn="1"/>
        </p:nvSpPr>
        <p:spPr>
          <a:xfrm>
            <a:off x="13441979" y="11579448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7" name="Google Shape;522;p46">
            <a:extLst>
              <a:ext uri="{FF2B5EF4-FFF2-40B4-BE49-F238E27FC236}">
                <a16:creationId xmlns:a16="http://schemas.microsoft.com/office/drawing/2014/main" id="{A6C850C8-22B0-4367-87C6-8E7D42541FB1}"/>
              </a:ext>
            </a:extLst>
          </p:cNvPr>
          <p:cNvSpPr/>
          <p:nvPr userDrawn="1"/>
        </p:nvSpPr>
        <p:spPr>
          <a:xfrm>
            <a:off x="277430" y="7086374"/>
            <a:ext cx="1075130" cy="10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8" name="Google Shape;523;p46">
            <a:extLst>
              <a:ext uri="{FF2B5EF4-FFF2-40B4-BE49-F238E27FC236}">
                <a16:creationId xmlns:a16="http://schemas.microsoft.com/office/drawing/2014/main" id="{D8F7ECA8-F820-4149-AB7C-2B56A4FC7B6C}"/>
              </a:ext>
            </a:extLst>
          </p:cNvPr>
          <p:cNvSpPr/>
          <p:nvPr userDrawn="1"/>
        </p:nvSpPr>
        <p:spPr>
          <a:xfrm>
            <a:off x="23334297" y="3916218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8B15D83-4AF9-4533-919F-709545C43C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85799" y="2939662"/>
            <a:ext cx="1462945" cy="146304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30EB253D-65B5-4830-BC46-BF324BEAA8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6294" y="4455439"/>
            <a:ext cx="7855483" cy="107520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Phenomena Bold" panose="00000800000000000000" pitchFamily="50" charset="-52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CB8E611C-4FDE-4138-B35B-AD1AEEFE52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38655" y="5684329"/>
            <a:ext cx="7855485" cy="2081982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C26CB5BF-E838-479E-9DB6-910CEF9600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48163" y="3076004"/>
            <a:ext cx="1462945" cy="146304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007A04E-AEC9-48C4-8A9C-10729AB524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738658" y="4591781"/>
            <a:ext cx="7855483" cy="107520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Phenomena Bold" panose="00000800000000000000" pitchFamily="50" charset="-52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BAFB35F-C398-4D20-ABE7-895A976F59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738655" y="10771087"/>
            <a:ext cx="7855485" cy="2081982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4276BA17-371A-4910-9363-3A73CB9719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7748163" y="8162762"/>
            <a:ext cx="1462945" cy="146304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BFE6EEBE-A060-47BC-8AE6-FAC96D6079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738658" y="9678539"/>
            <a:ext cx="7855483" cy="107520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Phenomena Bold" panose="00000800000000000000" pitchFamily="50" charset="-52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207FEA51-E80D-45A6-A839-8506735F55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76291" y="10771087"/>
            <a:ext cx="7855485" cy="2081982"/>
          </a:xfrm>
          <a:noFill/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33003648-E950-4F88-9FDD-4B180F8DC9A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85799" y="8162762"/>
            <a:ext cx="1462945" cy="146304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1C33B778-0C19-420D-B2BD-16E42344E8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76294" y="9678539"/>
            <a:ext cx="7855483" cy="1075202"/>
          </a:xfrm>
          <a:noFill/>
        </p:spPr>
        <p:txBody>
          <a:bodyPr/>
          <a:lstStyle>
            <a:lvl1pPr algn="ctr">
              <a:defRPr>
                <a:solidFill>
                  <a:schemeClr val="tx2"/>
                </a:solidFill>
                <a:latin typeface="Phenomena Bold" panose="00000800000000000000" pitchFamily="50" charset="-52"/>
                <a:ea typeface="Roboto Condensed" panose="02000000000000000000" pitchFamily="2" charset="0"/>
              </a:defRPr>
            </a:lvl1pPr>
            <a:lvl2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</a:t>
            </a:r>
          </a:p>
        </p:txBody>
      </p:sp>
      <p:grpSp>
        <p:nvGrpSpPr>
          <p:cNvPr id="29" name="Google Shape;1299;p65">
            <a:extLst>
              <a:ext uri="{FF2B5EF4-FFF2-40B4-BE49-F238E27FC236}">
                <a16:creationId xmlns:a16="http://schemas.microsoft.com/office/drawing/2014/main" id="{324E4678-38E1-4D8C-867C-0A030B67A754}"/>
              </a:ext>
            </a:extLst>
          </p:cNvPr>
          <p:cNvGrpSpPr/>
          <p:nvPr userDrawn="1"/>
        </p:nvGrpSpPr>
        <p:grpSpPr>
          <a:xfrm>
            <a:off x="10303631" y="5474397"/>
            <a:ext cx="3775152" cy="4299154"/>
            <a:chOff x="7668625" y="1383375"/>
            <a:chExt cx="402750" cy="458625"/>
          </a:xfrm>
          <a:solidFill>
            <a:schemeClr val="tx2"/>
          </a:solidFill>
        </p:grpSpPr>
        <p:sp>
          <p:nvSpPr>
            <p:cNvPr id="30" name="Google Shape;1300;p65">
              <a:extLst>
                <a:ext uri="{FF2B5EF4-FFF2-40B4-BE49-F238E27FC236}">
                  <a16:creationId xmlns:a16="http://schemas.microsoft.com/office/drawing/2014/main" id="{2C9274B5-85CA-4B4F-81E6-4DC012390798}"/>
                </a:ext>
              </a:extLst>
            </p:cNvPr>
            <p:cNvSpPr/>
            <p:nvPr/>
          </p:nvSpPr>
          <p:spPr>
            <a:xfrm>
              <a:off x="7715250" y="1465275"/>
              <a:ext cx="293250" cy="376725"/>
            </a:xfrm>
            <a:custGeom>
              <a:avLst/>
              <a:gdLst/>
              <a:ahLst/>
              <a:cxnLst/>
              <a:rect l="l" t="t" r="r" b="b"/>
              <a:pathLst>
                <a:path w="11730" h="15069" extrusionOk="0">
                  <a:moveTo>
                    <a:pt x="4405" y="3659"/>
                  </a:moveTo>
                  <a:cubicBezTo>
                    <a:pt x="4425" y="3659"/>
                    <a:pt x="4446" y="3661"/>
                    <a:pt x="4467" y="3664"/>
                  </a:cubicBezTo>
                  <a:cubicBezTo>
                    <a:pt x="4640" y="3686"/>
                    <a:pt x="4770" y="3860"/>
                    <a:pt x="4770" y="4033"/>
                  </a:cubicBezTo>
                  <a:lnTo>
                    <a:pt x="4770" y="4380"/>
                  </a:lnTo>
                  <a:lnTo>
                    <a:pt x="4423" y="4380"/>
                  </a:lnTo>
                  <a:cubicBezTo>
                    <a:pt x="4228" y="4380"/>
                    <a:pt x="4076" y="4250"/>
                    <a:pt x="4055" y="4076"/>
                  </a:cubicBezTo>
                  <a:cubicBezTo>
                    <a:pt x="4015" y="3859"/>
                    <a:pt x="4192" y="3659"/>
                    <a:pt x="4405" y="3659"/>
                  </a:cubicBezTo>
                  <a:close/>
                  <a:moveTo>
                    <a:pt x="7915" y="3662"/>
                  </a:moveTo>
                  <a:cubicBezTo>
                    <a:pt x="8133" y="3662"/>
                    <a:pt x="8304" y="3810"/>
                    <a:pt x="8304" y="4033"/>
                  </a:cubicBezTo>
                  <a:cubicBezTo>
                    <a:pt x="8304" y="4217"/>
                    <a:pt x="8150" y="4382"/>
                    <a:pt x="7969" y="4382"/>
                  </a:cubicBezTo>
                  <a:cubicBezTo>
                    <a:pt x="7958" y="4382"/>
                    <a:pt x="7947" y="4381"/>
                    <a:pt x="7935" y="4380"/>
                  </a:cubicBezTo>
                  <a:lnTo>
                    <a:pt x="7567" y="4380"/>
                  </a:lnTo>
                  <a:lnTo>
                    <a:pt x="7567" y="4033"/>
                  </a:lnTo>
                  <a:cubicBezTo>
                    <a:pt x="7567" y="3860"/>
                    <a:pt x="7697" y="3708"/>
                    <a:pt x="7870" y="3664"/>
                  </a:cubicBezTo>
                  <a:cubicBezTo>
                    <a:pt x="7886" y="3663"/>
                    <a:pt x="7900" y="3662"/>
                    <a:pt x="7915" y="3662"/>
                  </a:cubicBezTo>
                  <a:close/>
                  <a:moveTo>
                    <a:pt x="7047" y="4922"/>
                  </a:moveTo>
                  <a:lnTo>
                    <a:pt x="7047" y="8694"/>
                  </a:lnTo>
                  <a:lnTo>
                    <a:pt x="5312" y="8694"/>
                  </a:lnTo>
                  <a:lnTo>
                    <a:pt x="5312" y="4922"/>
                  </a:lnTo>
                  <a:close/>
                  <a:moveTo>
                    <a:pt x="6174" y="521"/>
                  </a:moveTo>
                  <a:cubicBezTo>
                    <a:pt x="6183" y="521"/>
                    <a:pt x="6192" y="521"/>
                    <a:pt x="6201" y="521"/>
                  </a:cubicBezTo>
                  <a:lnTo>
                    <a:pt x="6244" y="521"/>
                  </a:lnTo>
                  <a:cubicBezTo>
                    <a:pt x="9908" y="542"/>
                    <a:pt x="11730" y="4944"/>
                    <a:pt x="9171" y="7567"/>
                  </a:cubicBezTo>
                  <a:cubicBezTo>
                    <a:pt x="8868" y="7870"/>
                    <a:pt x="8673" y="8261"/>
                    <a:pt x="8629" y="8673"/>
                  </a:cubicBezTo>
                  <a:lnTo>
                    <a:pt x="8608" y="8694"/>
                  </a:lnTo>
                  <a:lnTo>
                    <a:pt x="7567" y="8694"/>
                  </a:lnTo>
                  <a:lnTo>
                    <a:pt x="7567" y="4922"/>
                  </a:lnTo>
                  <a:lnTo>
                    <a:pt x="7935" y="4922"/>
                  </a:lnTo>
                  <a:cubicBezTo>
                    <a:pt x="8738" y="4922"/>
                    <a:pt x="9150" y="3968"/>
                    <a:pt x="8586" y="3404"/>
                  </a:cubicBezTo>
                  <a:cubicBezTo>
                    <a:pt x="8402" y="3214"/>
                    <a:pt x="8175" y="3129"/>
                    <a:pt x="7952" y="3129"/>
                  </a:cubicBezTo>
                  <a:cubicBezTo>
                    <a:pt x="7490" y="3129"/>
                    <a:pt x="7047" y="3492"/>
                    <a:pt x="7047" y="4033"/>
                  </a:cubicBezTo>
                  <a:lnTo>
                    <a:pt x="7047" y="4380"/>
                  </a:lnTo>
                  <a:lnTo>
                    <a:pt x="5312" y="4380"/>
                  </a:lnTo>
                  <a:lnTo>
                    <a:pt x="5312" y="4033"/>
                  </a:lnTo>
                  <a:cubicBezTo>
                    <a:pt x="5312" y="3599"/>
                    <a:pt x="5009" y="3231"/>
                    <a:pt x="4575" y="3144"/>
                  </a:cubicBezTo>
                  <a:cubicBezTo>
                    <a:pt x="4519" y="3134"/>
                    <a:pt x="4463" y="3129"/>
                    <a:pt x="4409" y="3129"/>
                  </a:cubicBezTo>
                  <a:cubicBezTo>
                    <a:pt x="3876" y="3129"/>
                    <a:pt x="3454" y="3591"/>
                    <a:pt x="3513" y="4141"/>
                  </a:cubicBezTo>
                  <a:cubicBezTo>
                    <a:pt x="3578" y="4575"/>
                    <a:pt x="3968" y="4922"/>
                    <a:pt x="4423" y="4922"/>
                  </a:cubicBezTo>
                  <a:lnTo>
                    <a:pt x="4792" y="4922"/>
                  </a:lnTo>
                  <a:lnTo>
                    <a:pt x="4792" y="8694"/>
                  </a:lnTo>
                  <a:lnTo>
                    <a:pt x="3773" y="8694"/>
                  </a:lnTo>
                  <a:cubicBezTo>
                    <a:pt x="3708" y="8261"/>
                    <a:pt x="3513" y="7870"/>
                    <a:pt x="3231" y="7567"/>
                  </a:cubicBezTo>
                  <a:cubicBezTo>
                    <a:pt x="657" y="4928"/>
                    <a:pt x="2528" y="521"/>
                    <a:pt x="6174" y="521"/>
                  </a:cubicBezTo>
                  <a:close/>
                  <a:moveTo>
                    <a:pt x="8836" y="9235"/>
                  </a:moveTo>
                  <a:cubicBezTo>
                    <a:pt x="9037" y="9235"/>
                    <a:pt x="9193" y="9421"/>
                    <a:pt x="9193" y="9627"/>
                  </a:cubicBezTo>
                  <a:cubicBezTo>
                    <a:pt x="9193" y="9692"/>
                    <a:pt x="9128" y="9757"/>
                    <a:pt x="9041" y="9757"/>
                  </a:cubicBezTo>
                  <a:lnTo>
                    <a:pt x="8174" y="9757"/>
                  </a:lnTo>
                  <a:cubicBezTo>
                    <a:pt x="8044" y="9757"/>
                    <a:pt x="7914" y="9865"/>
                    <a:pt x="7892" y="9995"/>
                  </a:cubicBezTo>
                  <a:cubicBezTo>
                    <a:pt x="7892" y="10169"/>
                    <a:pt x="8000" y="10299"/>
                    <a:pt x="8174" y="10299"/>
                  </a:cubicBezTo>
                  <a:lnTo>
                    <a:pt x="8803" y="10299"/>
                  </a:lnTo>
                  <a:cubicBezTo>
                    <a:pt x="9019" y="10299"/>
                    <a:pt x="9193" y="10472"/>
                    <a:pt x="9193" y="10711"/>
                  </a:cubicBezTo>
                  <a:cubicBezTo>
                    <a:pt x="9193" y="10776"/>
                    <a:pt x="9128" y="10841"/>
                    <a:pt x="9041" y="10841"/>
                  </a:cubicBezTo>
                  <a:lnTo>
                    <a:pt x="3361" y="10841"/>
                  </a:lnTo>
                  <a:cubicBezTo>
                    <a:pt x="3274" y="10841"/>
                    <a:pt x="3231" y="10776"/>
                    <a:pt x="3209" y="10711"/>
                  </a:cubicBezTo>
                  <a:cubicBezTo>
                    <a:pt x="3209" y="10472"/>
                    <a:pt x="3404" y="10299"/>
                    <a:pt x="3621" y="10299"/>
                  </a:cubicBezTo>
                  <a:lnTo>
                    <a:pt x="6938" y="10299"/>
                  </a:lnTo>
                  <a:cubicBezTo>
                    <a:pt x="7068" y="10299"/>
                    <a:pt x="7198" y="10212"/>
                    <a:pt x="7198" y="10060"/>
                  </a:cubicBezTo>
                  <a:cubicBezTo>
                    <a:pt x="7220" y="9908"/>
                    <a:pt x="7090" y="9757"/>
                    <a:pt x="6938" y="9757"/>
                  </a:cubicBezTo>
                  <a:lnTo>
                    <a:pt x="3339" y="9757"/>
                  </a:lnTo>
                  <a:cubicBezTo>
                    <a:pt x="3252" y="9757"/>
                    <a:pt x="3187" y="9713"/>
                    <a:pt x="3187" y="9627"/>
                  </a:cubicBezTo>
                  <a:cubicBezTo>
                    <a:pt x="3187" y="9421"/>
                    <a:pt x="3363" y="9235"/>
                    <a:pt x="3566" y="9235"/>
                  </a:cubicBezTo>
                  <a:cubicBezTo>
                    <a:pt x="3577" y="9235"/>
                    <a:pt x="3588" y="9235"/>
                    <a:pt x="3599" y="9236"/>
                  </a:cubicBezTo>
                  <a:lnTo>
                    <a:pt x="8803" y="9236"/>
                  </a:lnTo>
                  <a:cubicBezTo>
                    <a:pt x="8814" y="9235"/>
                    <a:pt x="8825" y="9235"/>
                    <a:pt x="8836" y="9235"/>
                  </a:cubicBezTo>
                  <a:close/>
                  <a:moveTo>
                    <a:pt x="8781" y="11383"/>
                  </a:moveTo>
                  <a:cubicBezTo>
                    <a:pt x="8998" y="11383"/>
                    <a:pt x="9171" y="11556"/>
                    <a:pt x="9171" y="11773"/>
                  </a:cubicBezTo>
                  <a:cubicBezTo>
                    <a:pt x="9171" y="11860"/>
                    <a:pt x="9106" y="11925"/>
                    <a:pt x="9041" y="11925"/>
                  </a:cubicBezTo>
                  <a:lnTo>
                    <a:pt x="5876" y="11925"/>
                  </a:lnTo>
                  <a:cubicBezTo>
                    <a:pt x="5863" y="11923"/>
                    <a:pt x="5850" y="11922"/>
                    <a:pt x="5837" y="11922"/>
                  </a:cubicBezTo>
                  <a:cubicBezTo>
                    <a:pt x="5706" y="11922"/>
                    <a:pt x="5614" y="12023"/>
                    <a:pt x="5594" y="12142"/>
                  </a:cubicBezTo>
                  <a:cubicBezTo>
                    <a:pt x="5572" y="12315"/>
                    <a:pt x="5702" y="12445"/>
                    <a:pt x="5876" y="12445"/>
                  </a:cubicBezTo>
                  <a:lnTo>
                    <a:pt x="8564" y="12445"/>
                  </a:lnTo>
                  <a:lnTo>
                    <a:pt x="8564" y="12835"/>
                  </a:lnTo>
                  <a:cubicBezTo>
                    <a:pt x="8564" y="13052"/>
                    <a:pt x="8391" y="13204"/>
                    <a:pt x="8196" y="13204"/>
                  </a:cubicBezTo>
                  <a:lnTo>
                    <a:pt x="4228" y="13204"/>
                  </a:lnTo>
                  <a:cubicBezTo>
                    <a:pt x="4033" y="13204"/>
                    <a:pt x="3859" y="13052"/>
                    <a:pt x="3859" y="12835"/>
                  </a:cubicBezTo>
                  <a:lnTo>
                    <a:pt x="3859" y="12445"/>
                  </a:lnTo>
                  <a:lnTo>
                    <a:pt x="4618" y="12445"/>
                  </a:lnTo>
                  <a:cubicBezTo>
                    <a:pt x="4748" y="12445"/>
                    <a:pt x="4878" y="12358"/>
                    <a:pt x="4878" y="12228"/>
                  </a:cubicBezTo>
                  <a:cubicBezTo>
                    <a:pt x="4899" y="12066"/>
                    <a:pt x="4786" y="11923"/>
                    <a:pt x="4647" y="11923"/>
                  </a:cubicBezTo>
                  <a:cubicBezTo>
                    <a:pt x="4638" y="11923"/>
                    <a:pt x="4628" y="11923"/>
                    <a:pt x="4618" y="11925"/>
                  </a:cubicBezTo>
                  <a:lnTo>
                    <a:pt x="3339" y="11925"/>
                  </a:lnTo>
                  <a:cubicBezTo>
                    <a:pt x="3252" y="11925"/>
                    <a:pt x="3187" y="11860"/>
                    <a:pt x="3187" y="11773"/>
                  </a:cubicBezTo>
                  <a:cubicBezTo>
                    <a:pt x="3187" y="11556"/>
                    <a:pt x="3361" y="11383"/>
                    <a:pt x="3578" y="11383"/>
                  </a:cubicBezTo>
                  <a:close/>
                  <a:moveTo>
                    <a:pt x="7372" y="13746"/>
                  </a:moveTo>
                  <a:lnTo>
                    <a:pt x="7372" y="14526"/>
                  </a:lnTo>
                  <a:lnTo>
                    <a:pt x="5030" y="14526"/>
                  </a:lnTo>
                  <a:lnTo>
                    <a:pt x="5030" y="13746"/>
                  </a:lnTo>
                  <a:close/>
                  <a:moveTo>
                    <a:pt x="6201" y="0"/>
                  </a:moveTo>
                  <a:cubicBezTo>
                    <a:pt x="2082" y="22"/>
                    <a:pt x="0" y="4987"/>
                    <a:pt x="2862" y="7936"/>
                  </a:cubicBezTo>
                  <a:cubicBezTo>
                    <a:pt x="3079" y="8152"/>
                    <a:pt x="3231" y="8434"/>
                    <a:pt x="3252" y="8759"/>
                  </a:cubicBezTo>
                  <a:cubicBezTo>
                    <a:pt x="2906" y="8889"/>
                    <a:pt x="2689" y="9236"/>
                    <a:pt x="2689" y="9605"/>
                  </a:cubicBezTo>
                  <a:cubicBezTo>
                    <a:pt x="2689" y="9800"/>
                    <a:pt x="2754" y="9974"/>
                    <a:pt x="2906" y="10104"/>
                  </a:cubicBezTo>
                  <a:cubicBezTo>
                    <a:pt x="2775" y="10277"/>
                    <a:pt x="2689" y="10472"/>
                    <a:pt x="2689" y="10689"/>
                  </a:cubicBezTo>
                  <a:cubicBezTo>
                    <a:pt x="2689" y="10862"/>
                    <a:pt x="2775" y="11036"/>
                    <a:pt x="2906" y="11166"/>
                  </a:cubicBezTo>
                  <a:cubicBezTo>
                    <a:pt x="2754" y="11339"/>
                    <a:pt x="2667" y="11535"/>
                    <a:pt x="2689" y="11751"/>
                  </a:cubicBezTo>
                  <a:cubicBezTo>
                    <a:pt x="2689" y="12120"/>
                    <a:pt x="2971" y="12423"/>
                    <a:pt x="3339" y="12445"/>
                  </a:cubicBezTo>
                  <a:lnTo>
                    <a:pt x="3339" y="12987"/>
                  </a:lnTo>
                  <a:cubicBezTo>
                    <a:pt x="3339" y="13399"/>
                    <a:pt x="3664" y="13746"/>
                    <a:pt x="4076" y="13746"/>
                  </a:cubicBezTo>
                  <a:lnTo>
                    <a:pt x="4510" y="13746"/>
                  </a:lnTo>
                  <a:lnTo>
                    <a:pt x="4510" y="14787"/>
                  </a:lnTo>
                  <a:cubicBezTo>
                    <a:pt x="4510" y="14938"/>
                    <a:pt x="4640" y="15068"/>
                    <a:pt x="4792" y="15068"/>
                  </a:cubicBezTo>
                  <a:lnTo>
                    <a:pt x="7654" y="15068"/>
                  </a:lnTo>
                  <a:cubicBezTo>
                    <a:pt x="7805" y="15068"/>
                    <a:pt x="7914" y="14938"/>
                    <a:pt x="7914" y="14787"/>
                  </a:cubicBezTo>
                  <a:lnTo>
                    <a:pt x="7914" y="13746"/>
                  </a:lnTo>
                  <a:lnTo>
                    <a:pt x="8347" y="13746"/>
                  </a:lnTo>
                  <a:cubicBezTo>
                    <a:pt x="8759" y="13724"/>
                    <a:pt x="9106" y="13399"/>
                    <a:pt x="9106" y="12987"/>
                  </a:cubicBezTo>
                  <a:lnTo>
                    <a:pt x="9106" y="12445"/>
                  </a:lnTo>
                  <a:cubicBezTo>
                    <a:pt x="9453" y="12402"/>
                    <a:pt x="9713" y="12120"/>
                    <a:pt x="9713" y="11773"/>
                  </a:cubicBezTo>
                  <a:cubicBezTo>
                    <a:pt x="9713" y="11556"/>
                    <a:pt x="9648" y="11361"/>
                    <a:pt x="9518" y="11188"/>
                  </a:cubicBezTo>
                  <a:cubicBezTo>
                    <a:pt x="9648" y="11058"/>
                    <a:pt x="9735" y="10884"/>
                    <a:pt x="9735" y="10689"/>
                  </a:cubicBezTo>
                  <a:cubicBezTo>
                    <a:pt x="9735" y="10472"/>
                    <a:pt x="9670" y="10255"/>
                    <a:pt x="9518" y="10104"/>
                  </a:cubicBezTo>
                  <a:cubicBezTo>
                    <a:pt x="9648" y="9974"/>
                    <a:pt x="9735" y="9800"/>
                    <a:pt x="9713" y="9627"/>
                  </a:cubicBezTo>
                  <a:cubicBezTo>
                    <a:pt x="9713" y="9236"/>
                    <a:pt x="9496" y="8889"/>
                    <a:pt x="9150" y="8759"/>
                  </a:cubicBezTo>
                  <a:cubicBezTo>
                    <a:pt x="9193" y="8456"/>
                    <a:pt x="9323" y="8152"/>
                    <a:pt x="9540" y="7936"/>
                  </a:cubicBezTo>
                  <a:cubicBezTo>
                    <a:pt x="10407" y="7068"/>
                    <a:pt x="10884" y="5898"/>
                    <a:pt x="10884" y="4662"/>
                  </a:cubicBezTo>
                  <a:lnTo>
                    <a:pt x="10884" y="4662"/>
                  </a:lnTo>
                  <a:lnTo>
                    <a:pt x="10862" y="4683"/>
                  </a:lnTo>
                  <a:cubicBezTo>
                    <a:pt x="10862" y="2125"/>
                    <a:pt x="8803" y="44"/>
                    <a:pt x="6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31" name="Google Shape;1301;p65">
              <a:extLst>
                <a:ext uri="{FF2B5EF4-FFF2-40B4-BE49-F238E27FC236}">
                  <a16:creationId xmlns:a16="http://schemas.microsoft.com/office/drawing/2014/main" id="{C1B69697-D015-447C-9046-6CBD20D6D635}"/>
                </a:ext>
              </a:extLst>
            </p:cNvPr>
            <p:cNvSpPr/>
            <p:nvPr/>
          </p:nvSpPr>
          <p:spPr>
            <a:xfrm>
              <a:off x="7863250" y="1383375"/>
              <a:ext cx="14075" cy="57050"/>
            </a:xfrm>
            <a:custGeom>
              <a:avLst/>
              <a:gdLst/>
              <a:ahLst/>
              <a:cxnLst/>
              <a:rect l="l" t="t" r="r" b="b"/>
              <a:pathLst>
                <a:path w="563" h="2282" extrusionOk="0">
                  <a:moveTo>
                    <a:pt x="287" y="0"/>
                  </a:moveTo>
                  <a:cubicBezTo>
                    <a:pt x="130" y="0"/>
                    <a:pt x="1" y="124"/>
                    <a:pt x="21" y="285"/>
                  </a:cubicBezTo>
                  <a:lnTo>
                    <a:pt x="21" y="2019"/>
                  </a:lnTo>
                  <a:cubicBezTo>
                    <a:pt x="1" y="2160"/>
                    <a:pt x="129" y="2282"/>
                    <a:pt x="286" y="2282"/>
                  </a:cubicBezTo>
                  <a:cubicBezTo>
                    <a:pt x="299" y="2282"/>
                    <a:pt x="312" y="2281"/>
                    <a:pt x="324" y="2279"/>
                  </a:cubicBezTo>
                  <a:cubicBezTo>
                    <a:pt x="454" y="2279"/>
                    <a:pt x="563" y="2149"/>
                    <a:pt x="541" y="1997"/>
                  </a:cubicBezTo>
                  <a:lnTo>
                    <a:pt x="541" y="285"/>
                  </a:lnTo>
                  <a:cubicBezTo>
                    <a:pt x="541" y="133"/>
                    <a:pt x="454" y="24"/>
                    <a:pt x="324" y="3"/>
                  </a:cubicBezTo>
                  <a:cubicBezTo>
                    <a:pt x="312" y="1"/>
                    <a:pt x="299" y="0"/>
                    <a:pt x="2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32" name="Google Shape;1302;p65">
              <a:extLst>
                <a:ext uri="{FF2B5EF4-FFF2-40B4-BE49-F238E27FC236}">
                  <a16:creationId xmlns:a16="http://schemas.microsoft.com/office/drawing/2014/main" id="{3A6194CE-730F-4EB8-8699-E1ED661DD029}"/>
                </a:ext>
              </a:extLst>
            </p:cNvPr>
            <p:cNvSpPr/>
            <p:nvPr/>
          </p:nvSpPr>
          <p:spPr>
            <a:xfrm>
              <a:off x="7668625" y="1575850"/>
              <a:ext cx="58025" cy="13575"/>
            </a:xfrm>
            <a:custGeom>
              <a:avLst/>
              <a:gdLst/>
              <a:ahLst/>
              <a:cxnLst/>
              <a:rect l="l" t="t" r="r" b="b"/>
              <a:pathLst>
                <a:path w="2321" h="543" extrusionOk="0">
                  <a:moveTo>
                    <a:pt x="283" y="0"/>
                  </a:moveTo>
                  <a:cubicBezTo>
                    <a:pt x="153" y="0"/>
                    <a:pt x="44" y="109"/>
                    <a:pt x="22" y="239"/>
                  </a:cubicBezTo>
                  <a:cubicBezTo>
                    <a:pt x="1" y="391"/>
                    <a:pt x="131" y="542"/>
                    <a:pt x="283" y="542"/>
                  </a:cubicBezTo>
                  <a:lnTo>
                    <a:pt x="2039" y="542"/>
                  </a:lnTo>
                  <a:cubicBezTo>
                    <a:pt x="2169" y="542"/>
                    <a:pt x="2277" y="434"/>
                    <a:pt x="2299" y="304"/>
                  </a:cubicBezTo>
                  <a:cubicBezTo>
                    <a:pt x="2321" y="152"/>
                    <a:pt x="2191" y="0"/>
                    <a:pt x="20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33" name="Google Shape;1303;p65">
              <a:extLst>
                <a:ext uri="{FF2B5EF4-FFF2-40B4-BE49-F238E27FC236}">
                  <a16:creationId xmlns:a16="http://schemas.microsoft.com/office/drawing/2014/main" id="{606E8448-F04C-4460-AEB6-30BF21E92C77}"/>
                </a:ext>
              </a:extLst>
            </p:cNvPr>
            <p:cNvSpPr/>
            <p:nvPr/>
          </p:nvSpPr>
          <p:spPr>
            <a:xfrm>
              <a:off x="8012800" y="1575850"/>
              <a:ext cx="58575" cy="13575"/>
            </a:xfrm>
            <a:custGeom>
              <a:avLst/>
              <a:gdLst/>
              <a:ahLst/>
              <a:cxnLst/>
              <a:rect l="l" t="t" r="r" b="b"/>
              <a:pathLst>
                <a:path w="2343" h="543" extrusionOk="0">
                  <a:moveTo>
                    <a:pt x="304" y="0"/>
                  </a:moveTo>
                  <a:cubicBezTo>
                    <a:pt x="174" y="0"/>
                    <a:pt x="44" y="109"/>
                    <a:pt x="23" y="239"/>
                  </a:cubicBezTo>
                  <a:cubicBezTo>
                    <a:pt x="1" y="391"/>
                    <a:pt x="131" y="542"/>
                    <a:pt x="304" y="542"/>
                  </a:cubicBezTo>
                  <a:lnTo>
                    <a:pt x="2039" y="542"/>
                  </a:lnTo>
                  <a:cubicBezTo>
                    <a:pt x="2191" y="542"/>
                    <a:pt x="2299" y="434"/>
                    <a:pt x="2321" y="304"/>
                  </a:cubicBezTo>
                  <a:cubicBezTo>
                    <a:pt x="2342" y="152"/>
                    <a:pt x="2212" y="0"/>
                    <a:pt x="20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34" name="Google Shape;1304;p65">
              <a:extLst>
                <a:ext uri="{FF2B5EF4-FFF2-40B4-BE49-F238E27FC236}">
                  <a16:creationId xmlns:a16="http://schemas.microsoft.com/office/drawing/2014/main" id="{0DC1B5C1-9E78-4F59-85A4-F1AC1D2C6153}"/>
                </a:ext>
              </a:extLst>
            </p:cNvPr>
            <p:cNvSpPr/>
            <p:nvPr/>
          </p:nvSpPr>
          <p:spPr>
            <a:xfrm>
              <a:off x="7724950" y="1438850"/>
              <a:ext cx="47225" cy="43800"/>
            </a:xfrm>
            <a:custGeom>
              <a:avLst/>
              <a:gdLst/>
              <a:ahLst/>
              <a:cxnLst/>
              <a:rect l="l" t="t" r="r" b="b"/>
              <a:pathLst>
                <a:path w="1889" h="1752" extrusionOk="0">
                  <a:moveTo>
                    <a:pt x="375" y="1"/>
                  </a:moveTo>
                  <a:cubicBezTo>
                    <a:pt x="169" y="1"/>
                    <a:pt x="1" y="246"/>
                    <a:pt x="154" y="450"/>
                  </a:cubicBezTo>
                  <a:lnTo>
                    <a:pt x="1390" y="1686"/>
                  </a:lnTo>
                  <a:cubicBezTo>
                    <a:pt x="1455" y="1730"/>
                    <a:pt x="1520" y="1751"/>
                    <a:pt x="1585" y="1751"/>
                  </a:cubicBezTo>
                  <a:cubicBezTo>
                    <a:pt x="1650" y="1751"/>
                    <a:pt x="1715" y="1730"/>
                    <a:pt x="1780" y="1686"/>
                  </a:cubicBezTo>
                  <a:cubicBezTo>
                    <a:pt x="1889" y="1578"/>
                    <a:pt x="1889" y="1404"/>
                    <a:pt x="1780" y="1296"/>
                  </a:cubicBezTo>
                  <a:lnTo>
                    <a:pt x="545" y="60"/>
                  </a:lnTo>
                  <a:cubicBezTo>
                    <a:pt x="489" y="19"/>
                    <a:pt x="431" y="1"/>
                    <a:pt x="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35" name="Google Shape;1305;p65">
              <a:extLst>
                <a:ext uri="{FF2B5EF4-FFF2-40B4-BE49-F238E27FC236}">
                  <a16:creationId xmlns:a16="http://schemas.microsoft.com/office/drawing/2014/main" id="{A82A6CBC-664C-4872-BD77-968BD5E0E440}"/>
                </a:ext>
              </a:extLst>
            </p:cNvPr>
            <p:cNvSpPr/>
            <p:nvPr/>
          </p:nvSpPr>
          <p:spPr>
            <a:xfrm>
              <a:off x="7967825" y="1438300"/>
              <a:ext cx="47175" cy="44350"/>
            </a:xfrm>
            <a:custGeom>
              <a:avLst/>
              <a:gdLst/>
              <a:ahLst/>
              <a:cxnLst/>
              <a:rect l="l" t="t" r="r" b="b"/>
              <a:pathLst>
                <a:path w="1887" h="1774" extrusionOk="0">
                  <a:moveTo>
                    <a:pt x="1602" y="1"/>
                  </a:moveTo>
                  <a:cubicBezTo>
                    <a:pt x="1534" y="1"/>
                    <a:pt x="1464" y="28"/>
                    <a:pt x="1410" y="82"/>
                  </a:cubicBezTo>
                  <a:lnTo>
                    <a:pt x="174" y="1318"/>
                  </a:lnTo>
                  <a:cubicBezTo>
                    <a:pt x="0" y="1491"/>
                    <a:pt x="131" y="1773"/>
                    <a:pt x="369" y="1773"/>
                  </a:cubicBezTo>
                  <a:cubicBezTo>
                    <a:pt x="434" y="1773"/>
                    <a:pt x="499" y="1752"/>
                    <a:pt x="542" y="1708"/>
                  </a:cubicBezTo>
                  <a:lnTo>
                    <a:pt x="1778" y="472"/>
                  </a:lnTo>
                  <a:cubicBezTo>
                    <a:pt x="1887" y="364"/>
                    <a:pt x="1887" y="191"/>
                    <a:pt x="1778" y="82"/>
                  </a:cubicBezTo>
                  <a:cubicBezTo>
                    <a:pt x="1735" y="28"/>
                    <a:pt x="1670" y="1"/>
                    <a:pt x="16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51087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Картина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032" y="123825"/>
            <a:ext cx="24136350" cy="134683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47802" y="4857750"/>
            <a:ext cx="11608724" cy="1619250"/>
          </a:xfrm>
        </p:spPr>
        <p:txBody>
          <a:bodyPr anchor="b">
            <a:noAutofit/>
          </a:bodyPr>
          <a:lstStyle>
            <a:lvl1pPr algn="l">
              <a:defRPr sz="8800" b="1">
                <a:solidFill>
                  <a:srgbClr val="41CFF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7802" y="6858000"/>
            <a:ext cx="11608724" cy="1619250"/>
          </a:xfrm>
        </p:spPr>
        <p:txBody>
          <a:bodyPr>
            <a:normAutofit/>
          </a:bodyPr>
          <a:lstStyle>
            <a:lvl1pPr marL="0" indent="0" algn="l">
              <a:buNone/>
              <a:defRPr sz="4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 dirty="0"/>
              <a:t>Presentation </a:t>
            </a:r>
          </a:p>
          <a:p>
            <a:r>
              <a:rPr lang="en-US" dirty="0"/>
              <a:t>Title</a:t>
            </a:r>
          </a:p>
        </p:txBody>
      </p:sp>
      <p:pic>
        <p:nvPicPr>
          <p:cNvPr id="21" name="Картина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577" y="923862"/>
            <a:ext cx="3143250" cy="1228852"/>
          </a:xfrm>
          <a:prstGeom prst="rect">
            <a:avLst/>
          </a:prstGeom>
        </p:spPr>
      </p:pic>
      <p:pic>
        <p:nvPicPr>
          <p:cNvPr id="26" name="Картина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84" y="12852389"/>
            <a:ext cx="257189" cy="254013"/>
          </a:xfrm>
          <a:prstGeom prst="rect">
            <a:avLst/>
          </a:prstGeom>
        </p:spPr>
      </p:pic>
      <p:sp>
        <p:nvSpPr>
          <p:cNvPr id="30" name="Текстово поле 29"/>
          <p:cNvSpPr txBox="1"/>
          <p:nvPr userDrawn="1"/>
        </p:nvSpPr>
        <p:spPr>
          <a:xfrm rot="16200000">
            <a:off x="-163975" y="11763127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sirma.com</a:t>
            </a:r>
            <a:endParaRPr lang="bg-BG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63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1964" userDrawn="1">
          <p15:clr>
            <a:srgbClr val="FBAE40"/>
          </p15:clr>
        </p15:guide>
        <p15:guide id="3" pos="777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9526582-04C0-4004-8F3E-0A09328369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2986" y="3936767"/>
            <a:ext cx="11096444" cy="17335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Introduction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F4F68EA-2B55-49FA-B787-EBA739E8FB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2986" y="5703568"/>
            <a:ext cx="11096444" cy="5352360"/>
          </a:xfrm>
        </p:spPr>
        <p:txBody>
          <a:bodyPr anchor="t">
            <a:noAutofit/>
          </a:bodyPr>
          <a:lstStyle>
            <a:lvl1pPr algn="ctr">
              <a:defRPr sz="5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introduction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4C338B-4AB9-49BA-8932-794D89B5F701}"/>
              </a:ext>
            </a:extLst>
          </p:cNvPr>
          <p:cNvCxnSpPr/>
          <p:nvPr userDrawn="1"/>
        </p:nvCxnSpPr>
        <p:spPr>
          <a:xfrm>
            <a:off x="6642986" y="5420934"/>
            <a:ext cx="11096444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839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EA12F-5BCA-4980-8514-AD16F40DD1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27268" y="6896099"/>
            <a:ext cx="14080609" cy="1733550"/>
          </a:xfrm>
        </p:spPr>
        <p:txBody>
          <a:bodyPr anchor="ctr">
            <a:noAutofit/>
          </a:bodyPr>
          <a:lstStyle>
            <a:lvl1pPr algn="r">
              <a:defRPr sz="107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FBDC6-7603-4BE7-93A9-39F5A13DB2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793839" y="4686302"/>
            <a:ext cx="4314038" cy="2171700"/>
          </a:xfrm>
        </p:spPr>
        <p:txBody>
          <a:bodyPr anchor="ctr">
            <a:noAutofit/>
          </a:bodyPr>
          <a:lstStyle>
            <a:lvl1pPr algn="r">
              <a:defRPr sz="175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199E-DD3D-48C4-B8BF-7C46A4A12C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10719" y="9391652"/>
            <a:ext cx="11098604" cy="1485900"/>
          </a:xfrm>
          <a:ln w="28575">
            <a:solidFill>
              <a:schemeClr val="bg2"/>
            </a:solidFill>
          </a:ln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AE9C564-2C30-40C5-83D6-518630286C78}"/>
              </a:ext>
            </a:extLst>
          </p:cNvPr>
          <p:cNvSpPr/>
          <p:nvPr userDrawn="1"/>
        </p:nvSpPr>
        <p:spPr>
          <a:xfrm>
            <a:off x="2" y="1"/>
            <a:ext cx="6527824" cy="7813650"/>
          </a:xfrm>
          <a:custGeom>
            <a:avLst/>
            <a:gdLst>
              <a:gd name="connsiteX0" fmla="*/ 0 w 3264125"/>
              <a:gd name="connsiteY0" fmla="*/ 0 h 3906825"/>
              <a:gd name="connsiteX1" fmla="*/ 2298721 w 3264125"/>
              <a:gd name="connsiteY1" fmla="*/ 0 h 3906825"/>
              <a:gd name="connsiteX2" fmla="*/ 2326549 w 3264125"/>
              <a:gd name="connsiteY2" fmla="*/ 16906 h 3906825"/>
              <a:gd name="connsiteX3" fmla="*/ 3264125 w 3264125"/>
              <a:gd name="connsiteY3" fmla="*/ 1780275 h 3906825"/>
              <a:gd name="connsiteX4" fmla="*/ 1137575 w 3264125"/>
              <a:gd name="connsiteY4" fmla="*/ 3906825 h 3906825"/>
              <a:gd name="connsiteX5" fmla="*/ 123935 w 3264125"/>
              <a:gd name="connsiteY5" fmla="*/ 3650162 h 3906825"/>
              <a:gd name="connsiteX6" fmla="*/ 0 w 3264125"/>
              <a:gd name="connsiteY6" fmla="*/ 3574870 h 3906825"/>
              <a:gd name="connsiteX7" fmla="*/ 0 w 3264125"/>
              <a:gd name="connsiteY7" fmla="*/ 0 h 390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4125" h="3906825">
                <a:moveTo>
                  <a:pt x="0" y="0"/>
                </a:moveTo>
                <a:lnTo>
                  <a:pt x="2298721" y="0"/>
                </a:lnTo>
                <a:lnTo>
                  <a:pt x="2326549" y="16906"/>
                </a:lnTo>
                <a:cubicBezTo>
                  <a:pt x="2892215" y="399063"/>
                  <a:pt x="3264125" y="1046237"/>
                  <a:pt x="3264125" y="1780275"/>
                </a:cubicBezTo>
                <a:cubicBezTo>
                  <a:pt x="3264125" y="2954736"/>
                  <a:pt x="2312036" y="3906825"/>
                  <a:pt x="1137575" y="3906825"/>
                </a:cubicBezTo>
                <a:cubicBezTo>
                  <a:pt x="770556" y="3906825"/>
                  <a:pt x="425253" y="3813848"/>
                  <a:pt x="123935" y="3650162"/>
                </a:cubicBezTo>
                <a:lnTo>
                  <a:pt x="0" y="357487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grpSp>
        <p:nvGrpSpPr>
          <p:cNvPr id="23" name="Google Shape;255;p34">
            <a:extLst>
              <a:ext uri="{FF2B5EF4-FFF2-40B4-BE49-F238E27FC236}">
                <a16:creationId xmlns:a16="http://schemas.microsoft.com/office/drawing/2014/main" id="{49F5EDAF-CB7E-4A4E-886C-76629793D5AD}"/>
              </a:ext>
            </a:extLst>
          </p:cNvPr>
          <p:cNvGrpSpPr/>
          <p:nvPr userDrawn="1"/>
        </p:nvGrpSpPr>
        <p:grpSpPr>
          <a:xfrm flipH="1">
            <a:off x="2926937" y="2175528"/>
            <a:ext cx="5020253" cy="5020580"/>
            <a:chOff x="6807950" y="3072775"/>
            <a:chExt cx="2165350" cy="2165350"/>
          </a:xfrm>
          <a:solidFill>
            <a:schemeClr val="tx2"/>
          </a:solidFill>
        </p:grpSpPr>
        <p:sp>
          <p:nvSpPr>
            <p:cNvPr id="24" name="Google Shape;256;p34">
              <a:extLst>
                <a:ext uri="{FF2B5EF4-FFF2-40B4-BE49-F238E27FC236}">
                  <a16:creationId xmlns:a16="http://schemas.microsoft.com/office/drawing/2014/main" id="{BB83060E-6D04-4C88-9CC7-C497111EEE8E}"/>
                </a:ext>
              </a:extLst>
            </p:cNvPr>
            <p:cNvSpPr/>
            <p:nvPr/>
          </p:nvSpPr>
          <p:spPr>
            <a:xfrm>
              <a:off x="6807950" y="3072775"/>
              <a:ext cx="1540825" cy="1536700"/>
            </a:xfrm>
            <a:custGeom>
              <a:avLst/>
              <a:gdLst/>
              <a:ahLst/>
              <a:cxnLst/>
              <a:rect l="l" t="t" r="r" b="b"/>
              <a:pathLst>
                <a:path w="61633" h="61468" fill="none" extrusionOk="0">
                  <a:moveTo>
                    <a:pt x="61632" y="30734"/>
                  </a:moveTo>
                  <a:cubicBezTo>
                    <a:pt x="61632" y="47827"/>
                    <a:pt x="47827" y="61468"/>
                    <a:pt x="30734" y="61468"/>
                  </a:cubicBezTo>
                  <a:cubicBezTo>
                    <a:pt x="13806" y="61468"/>
                    <a:pt x="1" y="47827"/>
                    <a:pt x="1" y="30734"/>
                  </a:cubicBezTo>
                  <a:cubicBezTo>
                    <a:pt x="1" y="13806"/>
                    <a:pt x="13806" y="0"/>
                    <a:pt x="30734" y="0"/>
                  </a:cubicBezTo>
                  <a:cubicBezTo>
                    <a:pt x="47827" y="0"/>
                    <a:pt x="61632" y="13806"/>
                    <a:pt x="61632" y="30734"/>
                  </a:cubicBezTo>
                  <a:close/>
                </a:path>
              </a:pathLst>
            </a:custGeom>
            <a:grpFill/>
            <a:ln w="76200" cap="rnd" cmpd="sng">
              <a:solidFill>
                <a:schemeClr val="bg1"/>
              </a:solidFill>
              <a:prstDash val="solid"/>
              <a:miter lim="16435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25" name="Google Shape;257;p34">
              <a:extLst>
                <a:ext uri="{FF2B5EF4-FFF2-40B4-BE49-F238E27FC236}">
                  <a16:creationId xmlns:a16="http://schemas.microsoft.com/office/drawing/2014/main" id="{5E3D04D4-94ED-44FA-821F-33FD59F568F6}"/>
                </a:ext>
              </a:extLst>
            </p:cNvPr>
            <p:cNvSpPr/>
            <p:nvPr/>
          </p:nvSpPr>
          <p:spPr>
            <a:xfrm>
              <a:off x="6968200" y="3233000"/>
              <a:ext cx="1220325" cy="1220350"/>
            </a:xfrm>
            <a:custGeom>
              <a:avLst/>
              <a:gdLst/>
              <a:ahLst/>
              <a:cxnLst/>
              <a:rect l="l" t="t" r="r" b="b"/>
              <a:pathLst>
                <a:path w="48813" h="48814" fill="none" extrusionOk="0">
                  <a:moveTo>
                    <a:pt x="48813" y="24325"/>
                  </a:moveTo>
                  <a:cubicBezTo>
                    <a:pt x="48813" y="37802"/>
                    <a:pt x="37801" y="48814"/>
                    <a:pt x="24324" y="48814"/>
                  </a:cubicBezTo>
                  <a:cubicBezTo>
                    <a:pt x="10847" y="48814"/>
                    <a:pt x="0" y="37802"/>
                    <a:pt x="0" y="24325"/>
                  </a:cubicBezTo>
                  <a:cubicBezTo>
                    <a:pt x="0" y="10848"/>
                    <a:pt x="10847" y="1"/>
                    <a:pt x="24324" y="1"/>
                  </a:cubicBezTo>
                  <a:cubicBezTo>
                    <a:pt x="37801" y="1"/>
                    <a:pt x="48813" y="10848"/>
                    <a:pt x="48813" y="24325"/>
                  </a:cubicBezTo>
                  <a:close/>
                </a:path>
              </a:pathLst>
            </a:custGeom>
            <a:grpFill/>
            <a:ln w="76200" cap="rnd" cmpd="sng">
              <a:solidFill>
                <a:schemeClr val="bg1"/>
              </a:solidFill>
              <a:prstDash val="solid"/>
              <a:miter lim="16435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26" name="Google Shape;258;p34">
              <a:extLst>
                <a:ext uri="{FF2B5EF4-FFF2-40B4-BE49-F238E27FC236}">
                  <a16:creationId xmlns:a16="http://schemas.microsoft.com/office/drawing/2014/main" id="{4C91389B-A9EB-44AE-93E3-C8B2C6829068}"/>
                </a:ext>
              </a:extLst>
            </p:cNvPr>
            <p:cNvSpPr/>
            <p:nvPr/>
          </p:nvSpPr>
          <p:spPr>
            <a:xfrm>
              <a:off x="8061125" y="4325950"/>
              <a:ext cx="912175" cy="912175"/>
            </a:xfrm>
            <a:custGeom>
              <a:avLst/>
              <a:gdLst/>
              <a:ahLst/>
              <a:cxnLst/>
              <a:rect l="l" t="t" r="r" b="b"/>
              <a:pathLst>
                <a:path w="36487" h="36487" fill="none" extrusionOk="0">
                  <a:moveTo>
                    <a:pt x="35172" y="35172"/>
                  </a:moveTo>
                  <a:lnTo>
                    <a:pt x="35172" y="35172"/>
                  </a:lnTo>
                  <a:cubicBezTo>
                    <a:pt x="33857" y="36487"/>
                    <a:pt x="31721" y="36487"/>
                    <a:pt x="30406" y="35172"/>
                  </a:cubicBezTo>
                  <a:lnTo>
                    <a:pt x="1" y="4767"/>
                  </a:lnTo>
                  <a:lnTo>
                    <a:pt x="4931" y="1"/>
                  </a:lnTo>
                  <a:lnTo>
                    <a:pt x="35172" y="30242"/>
                  </a:lnTo>
                  <a:cubicBezTo>
                    <a:pt x="36487" y="31556"/>
                    <a:pt x="36487" y="33857"/>
                    <a:pt x="35172" y="35172"/>
                  </a:cubicBezTo>
                  <a:close/>
                </a:path>
              </a:pathLst>
            </a:custGeom>
            <a:grpFill/>
            <a:ln w="76200" cap="rnd" cmpd="sng">
              <a:solidFill>
                <a:schemeClr val="bg1"/>
              </a:solidFill>
              <a:prstDash val="solid"/>
              <a:miter lim="16435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</p:grpSp>
      <p:sp>
        <p:nvSpPr>
          <p:cNvPr id="27" name="Google Shape;259;p34">
            <a:extLst>
              <a:ext uri="{FF2B5EF4-FFF2-40B4-BE49-F238E27FC236}">
                <a16:creationId xmlns:a16="http://schemas.microsoft.com/office/drawing/2014/main" id="{4C8E57B8-F670-422A-A5E0-3D57237C61B9}"/>
              </a:ext>
            </a:extLst>
          </p:cNvPr>
          <p:cNvSpPr/>
          <p:nvPr userDrawn="1"/>
        </p:nvSpPr>
        <p:spPr>
          <a:xfrm>
            <a:off x="5041766" y="11843748"/>
            <a:ext cx="866944" cy="86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53E99D4-9AAB-4FF4-A0CB-5DAB0C254B71}"/>
              </a:ext>
            </a:extLst>
          </p:cNvPr>
          <p:cNvSpPr/>
          <p:nvPr userDrawn="1"/>
        </p:nvSpPr>
        <p:spPr>
          <a:xfrm>
            <a:off x="23674419" y="8214304"/>
            <a:ext cx="707994" cy="867000"/>
          </a:xfrm>
          <a:custGeom>
            <a:avLst/>
            <a:gdLst>
              <a:gd name="connsiteX0" fmla="*/ 216750 w 354020"/>
              <a:gd name="connsiteY0" fmla="*/ 0 h 433500"/>
              <a:gd name="connsiteX1" fmla="*/ 301119 w 354020"/>
              <a:gd name="connsiteY1" fmla="*/ 17033 h 433500"/>
              <a:gd name="connsiteX2" fmla="*/ 354020 w 354020"/>
              <a:gd name="connsiteY2" fmla="*/ 52700 h 433500"/>
              <a:gd name="connsiteX3" fmla="*/ 354020 w 354020"/>
              <a:gd name="connsiteY3" fmla="*/ 380801 h 433500"/>
              <a:gd name="connsiteX4" fmla="*/ 301119 w 354020"/>
              <a:gd name="connsiteY4" fmla="*/ 416467 h 433500"/>
              <a:gd name="connsiteX5" fmla="*/ 216750 w 354020"/>
              <a:gd name="connsiteY5" fmla="*/ 433500 h 433500"/>
              <a:gd name="connsiteX6" fmla="*/ 0 w 354020"/>
              <a:gd name="connsiteY6" fmla="*/ 216750 h 433500"/>
              <a:gd name="connsiteX7" fmla="*/ 216750 w 354020"/>
              <a:gd name="connsiteY7" fmla="*/ 0 h 43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4020" h="433500">
                <a:moveTo>
                  <a:pt x="216750" y="0"/>
                </a:moveTo>
                <a:cubicBezTo>
                  <a:pt x="246677" y="0"/>
                  <a:pt x="275187" y="6065"/>
                  <a:pt x="301119" y="17033"/>
                </a:cubicBezTo>
                <a:lnTo>
                  <a:pt x="354020" y="52700"/>
                </a:lnTo>
                <a:lnTo>
                  <a:pt x="354020" y="380801"/>
                </a:lnTo>
                <a:lnTo>
                  <a:pt x="301119" y="416467"/>
                </a:lnTo>
                <a:cubicBezTo>
                  <a:pt x="275187" y="427435"/>
                  <a:pt x="246677" y="433500"/>
                  <a:pt x="216750" y="433500"/>
                </a:cubicBezTo>
                <a:cubicBezTo>
                  <a:pt x="97042" y="433500"/>
                  <a:pt x="0" y="336458"/>
                  <a:pt x="0" y="216750"/>
                </a:cubicBezTo>
                <a:cubicBezTo>
                  <a:pt x="0" y="97042"/>
                  <a:pt x="97042" y="0"/>
                  <a:pt x="216750" y="0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EEAEE80-AFF2-4BA8-9AF9-2257AFDD7C49}"/>
              </a:ext>
            </a:extLst>
          </p:cNvPr>
          <p:cNvSpPr/>
          <p:nvPr userDrawn="1"/>
        </p:nvSpPr>
        <p:spPr>
          <a:xfrm>
            <a:off x="9898255" y="1"/>
            <a:ext cx="2112463" cy="1627650"/>
          </a:xfrm>
          <a:custGeom>
            <a:avLst/>
            <a:gdLst>
              <a:gd name="connsiteX0" fmla="*/ 84979 w 1056300"/>
              <a:gd name="connsiteY0" fmla="*/ 0 h 813825"/>
              <a:gd name="connsiteX1" fmla="*/ 971321 w 1056300"/>
              <a:gd name="connsiteY1" fmla="*/ 0 h 813825"/>
              <a:gd name="connsiteX2" fmla="*/ 1014795 w 1056300"/>
              <a:gd name="connsiteY2" fmla="*/ 80095 h 813825"/>
              <a:gd name="connsiteX3" fmla="*/ 1056300 w 1056300"/>
              <a:gd name="connsiteY3" fmla="*/ 285675 h 813825"/>
              <a:gd name="connsiteX4" fmla="*/ 528150 w 1056300"/>
              <a:gd name="connsiteY4" fmla="*/ 813825 h 813825"/>
              <a:gd name="connsiteX5" fmla="*/ 0 w 1056300"/>
              <a:gd name="connsiteY5" fmla="*/ 285675 h 813825"/>
              <a:gd name="connsiteX6" fmla="*/ 41505 w 1056300"/>
              <a:gd name="connsiteY6" fmla="*/ 80095 h 813825"/>
              <a:gd name="connsiteX7" fmla="*/ 84979 w 1056300"/>
              <a:gd name="connsiteY7" fmla="*/ 0 h 81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300" h="813825">
                <a:moveTo>
                  <a:pt x="84979" y="0"/>
                </a:moveTo>
                <a:lnTo>
                  <a:pt x="971321" y="0"/>
                </a:lnTo>
                <a:lnTo>
                  <a:pt x="1014795" y="80095"/>
                </a:lnTo>
                <a:cubicBezTo>
                  <a:pt x="1041521" y="143282"/>
                  <a:pt x="1056300" y="212753"/>
                  <a:pt x="1056300" y="285675"/>
                </a:cubicBezTo>
                <a:cubicBezTo>
                  <a:pt x="1056300" y="577364"/>
                  <a:pt x="819839" y="813825"/>
                  <a:pt x="528150" y="813825"/>
                </a:cubicBezTo>
                <a:cubicBezTo>
                  <a:pt x="236461" y="813825"/>
                  <a:pt x="0" y="577364"/>
                  <a:pt x="0" y="285675"/>
                </a:cubicBezTo>
                <a:cubicBezTo>
                  <a:pt x="0" y="212753"/>
                  <a:pt x="14779" y="143282"/>
                  <a:pt x="41505" y="80095"/>
                </a:cubicBezTo>
                <a:lnTo>
                  <a:pt x="84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84578B-A52F-43BC-8DB9-E8132296A578}"/>
              </a:ext>
            </a:extLst>
          </p:cNvPr>
          <p:cNvCxnSpPr>
            <a:cxnSpLocks/>
          </p:cNvCxnSpPr>
          <p:nvPr userDrawn="1"/>
        </p:nvCxnSpPr>
        <p:spPr>
          <a:xfrm>
            <a:off x="12010718" y="8413514"/>
            <a:ext cx="1109715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37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9A1CB87-3117-4E15-9281-EA342CEFF5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047" y="7121210"/>
            <a:ext cx="14014974" cy="1737360"/>
          </a:xfrm>
        </p:spPr>
        <p:txBody>
          <a:bodyPr anchor="ctr">
            <a:noAutofit/>
          </a:bodyPr>
          <a:lstStyle>
            <a:lvl1pPr algn="l">
              <a:defRPr sz="107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0A8E619-6F21-447D-86B3-35D849CFDC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1761" y="4762501"/>
            <a:ext cx="5163091" cy="2339662"/>
          </a:xfrm>
        </p:spPr>
        <p:txBody>
          <a:bodyPr anchor="ctr">
            <a:noAutofit/>
          </a:bodyPr>
          <a:lstStyle>
            <a:lvl1pPr algn="l">
              <a:defRPr sz="175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3C3EFA5-C654-4829-B84D-D3491E9A2F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9725" y="9442357"/>
            <a:ext cx="11936248" cy="1241738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l"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6" name="Google Shape;323;p38">
            <a:extLst>
              <a:ext uri="{FF2B5EF4-FFF2-40B4-BE49-F238E27FC236}">
                <a16:creationId xmlns:a16="http://schemas.microsoft.com/office/drawing/2014/main" id="{49BF7270-2667-462B-8639-1DDD7705307A}"/>
              </a:ext>
            </a:extLst>
          </p:cNvPr>
          <p:cNvSpPr/>
          <p:nvPr userDrawn="1"/>
        </p:nvSpPr>
        <p:spPr>
          <a:xfrm>
            <a:off x="18147799" y="6195300"/>
            <a:ext cx="6234616" cy="7520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grpSp>
        <p:nvGrpSpPr>
          <p:cNvPr id="7" name="Google Shape;324;p38">
            <a:extLst>
              <a:ext uri="{FF2B5EF4-FFF2-40B4-BE49-F238E27FC236}">
                <a16:creationId xmlns:a16="http://schemas.microsoft.com/office/drawing/2014/main" id="{19F2B8EC-ADF8-44E1-A5C9-C317FCE16C4D}"/>
              </a:ext>
            </a:extLst>
          </p:cNvPr>
          <p:cNvGrpSpPr/>
          <p:nvPr userDrawn="1"/>
        </p:nvGrpSpPr>
        <p:grpSpPr>
          <a:xfrm rot="10800000">
            <a:off x="18787231" y="4598576"/>
            <a:ext cx="947788" cy="6415776"/>
            <a:chOff x="3419800" y="255950"/>
            <a:chExt cx="762550" cy="5161525"/>
          </a:xfrm>
          <a:solidFill>
            <a:schemeClr val="accent1"/>
          </a:solidFill>
        </p:grpSpPr>
        <p:sp>
          <p:nvSpPr>
            <p:cNvPr id="8" name="Google Shape;325;p38">
              <a:extLst>
                <a:ext uri="{FF2B5EF4-FFF2-40B4-BE49-F238E27FC236}">
                  <a16:creationId xmlns:a16="http://schemas.microsoft.com/office/drawing/2014/main" id="{643FF487-04DB-41D1-88E1-D983ACB58822}"/>
                </a:ext>
              </a:extLst>
            </p:cNvPr>
            <p:cNvSpPr/>
            <p:nvPr/>
          </p:nvSpPr>
          <p:spPr>
            <a:xfrm>
              <a:off x="3419800" y="927375"/>
              <a:ext cx="186200" cy="3689925"/>
            </a:xfrm>
            <a:custGeom>
              <a:avLst/>
              <a:gdLst/>
              <a:ahLst/>
              <a:cxnLst/>
              <a:rect l="l" t="t" r="r" b="b"/>
              <a:pathLst>
                <a:path w="7448" h="147597" fill="none" extrusionOk="0">
                  <a:moveTo>
                    <a:pt x="0" y="0"/>
                  </a:moveTo>
                  <a:lnTo>
                    <a:pt x="7447" y="0"/>
                  </a:lnTo>
                  <a:lnTo>
                    <a:pt x="7447" y="147596"/>
                  </a:lnTo>
                  <a:lnTo>
                    <a:pt x="0" y="147596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9" name="Google Shape;326;p38">
              <a:extLst>
                <a:ext uri="{FF2B5EF4-FFF2-40B4-BE49-F238E27FC236}">
                  <a16:creationId xmlns:a16="http://schemas.microsoft.com/office/drawing/2014/main" id="{2DD5DE7C-7F39-4CDA-A722-F226E2B254F7}"/>
                </a:ext>
              </a:extLst>
            </p:cNvPr>
            <p:cNvSpPr/>
            <p:nvPr/>
          </p:nvSpPr>
          <p:spPr>
            <a:xfrm>
              <a:off x="3800075" y="927375"/>
              <a:ext cx="382275" cy="3689925"/>
            </a:xfrm>
            <a:custGeom>
              <a:avLst/>
              <a:gdLst/>
              <a:ahLst/>
              <a:cxnLst/>
              <a:rect l="l" t="t" r="r" b="b"/>
              <a:pathLst>
                <a:path w="15291" h="147597" fill="none" extrusionOk="0">
                  <a:moveTo>
                    <a:pt x="15291" y="0"/>
                  </a:moveTo>
                  <a:lnTo>
                    <a:pt x="15291" y="80"/>
                  </a:lnTo>
                  <a:lnTo>
                    <a:pt x="7844" y="80"/>
                  </a:lnTo>
                  <a:lnTo>
                    <a:pt x="7844" y="147596"/>
                  </a:lnTo>
                  <a:lnTo>
                    <a:pt x="0" y="147596"/>
                  </a:lnTo>
                  <a:lnTo>
                    <a:pt x="15291" y="147596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0" name="Google Shape;327;p38">
              <a:extLst>
                <a:ext uri="{FF2B5EF4-FFF2-40B4-BE49-F238E27FC236}">
                  <a16:creationId xmlns:a16="http://schemas.microsoft.com/office/drawing/2014/main" id="{B157F315-BDE8-48E7-A0FE-EFB92CA820F3}"/>
                </a:ext>
              </a:extLst>
            </p:cNvPr>
            <p:cNvSpPr/>
            <p:nvPr/>
          </p:nvSpPr>
          <p:spPr>
            <a:xfrm>
              <a:off x="3419800" y="685725"/>
              <a:ext cx="762550" cy="241675"/>
            </a:xfrm>
            <a:custGeom>
              <a:avLst/>
              <a:gdLst/>
              <a:ahLst/>
              <a:cxnLst/>
              <a:rect l="l" t="t" r="r" b="b"/>
              <a:pathLst>
                <a:path w="30502" h="9667" fill="none" extrusionOk="0">
                  <a:moveTo>
                    <a:pt x="0" y="1"/>
                  </a:moveTo>
                  <a:lnTo>
                    <a:pt x="30502" y="1"/>
                  </a:lnTo>
                  <a:lnTo>
                    <a:pt x="30502" y="9666"/>
                  </a:lnTo>
                  <a:lnTo>
                    <a:pt x="0" y="9666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1" name="Google Shape;328;p38">
              <a:extLst>
                <a:ext uri="{FF2B5EF4-FFF2-40B4-BE49-F238E27FC236}">
                  <a16:creationId xmlns:a16="http://schemas.microsoft.com/office/drawing/2014/main" id="{B04A2A4C-BF04-459B-A6A0-2F22F6624EFA}"/>
                </a:ext>
              </a:extLst>
            </p:cNvPr>
            <p:cNvSpPr/>
            <p:nvPr/>
          </p:nvSpPr>
          <p:spPr>
            <a:xfrm>
              <a:off x="3419800" y="927375"/>
              <a:ext cx="25" cy="2000"/>
            </a:xfrm>
            <a:custGeom>
              <a:avLst/>
              <a:gdLst/>
              <a:ahLst/>
              <a:cxnLst/>
              <a:rect l="l" t="t" r="r" b="b"/>
              <a:pathLst>
                <a:path w="1" h="80" fill="none" extrusionOk="0">
                  <a:moveTo>
                    <a:pt x="0" y="80"/>
                  </a:move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2" name="Google Shape;329;p38">
              <a:extLst>
                <a:ext uri="{FF2B5EF4-FFF2-40B4-BE49-F238E27FC236}">
                  <a16:creationId xmlns:a16="http://schemas.microsoft.com/office/drawing/2014/main" id="{73945205-B7A6-4B15-A941-39DA0E45D9D3}"/>
                </a:ext>
              </a:extLst>
            </p:cNvPr>
            <p:cNvSpPr/>
            <p:nvPr/>
          </p:nvSpPr>
          <p:spPr>
            <a:xfrm>
              <a:off x="3419800" y="927375"/>
              <a:ext cx="762550" cy="2000"/>
            </a:xfrm>
            <a:custGeom>
              <a:avLst/>
              <a:gdLst/>
              <a:ahLst/>
              <a:cxnLst/>
              <a:rect l="l" t="t" r="r" b="b"/>
              <a:pathLst>
                <a:path w="30502" h="80" fill="none" extrusionOk="0">
                  <a:moveTo>
                    <a:pt x="7447" y="0"/>
                  </a:moveTo>
                  <a:lnTo>
                    <a:pt x="23055" y="0"/>
                  </a:lnTo>
                  <a:lnTo>
                    <a:pt x="23055" y="80"/>
                  </a:lnTo>
                  <a:lnTo>
                    <a:pt x="30502" y="80"/>
                  </a:lnTo>
                  <a:lnTo>
                    <a:pt x="30502" y="0"/>
                  </a:lnTo>
                  <a:lnTo>
                    <a:pt x="0" y="0"/>
                  </a:lnTo>
                  <a:lnTo>
                    <a:pt x="0" y="80"/>
                  </a:lnTo>
                  <a:lnTo>
                    <a:pt x="7447" y="80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3" name="Google Shape;330;p38">
              <a:extLst>
                <a:ext uri="{FF2B5EF4-FFF2-40B4-BE49-F238E27FC236}">
                  <a16:creationId xmlns:a16="http://schemas.microsoft.com/office/drawing/2014/main" id="{E2A0CA52-E174-493B-838F-9B897D8F5E3D}"/>
                </a:ext>
              </a:extLst>
            </p:cNvPr>
            <p:cNvSpPr/>
            <p:nvPr/>
          </p:nvSpPr>
          <p:spPr>
            <a:xfrm>
              <a:off x="3419800" y="4617275"/>
              <a:ext cx="762550" cy="578375"/>
            </a:xfrm>
            <a:custGeom>
              <a:avLst/>
              <a:gdLst/>
              <a:ahLst/>
              <a:cxnLst/>
              <a:rect l="l" t="t" r="r" b="b"/>
              <a:pathLst>
                <a:path w="30502" h="23135" fill="none" extrusionOk="0">
                  <a:moveTo>
                    <a:pt x="10775" y="23134"/>
                  </a:moveTo>
                  <a:lnTo>
                    <a:pt x="19252" y="23134"/>
                  </a:lnTo>
                  <a:lnTo>
                    <a:pt x="3050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4" name="Google Shape;331;p38">
              <a:extLst>
                <a:ext uri="{FF2B5EF4-FFF2-40B4-BE49-F238E27FC236}">
                  <a16:creationId xmlns:a16="http://schemas.microsoft.com/office/drawing/2014/main" id="{6BDAFDD0-9B94-4F9E-8225-0D092310DCE2}"/>
                </a:ext>
              </a:extLst>
            </p:cNvPr>
            <p:cNvSpPr/>
            <p:nvPr/>
          </p:nvSpPr>
          <p:spPr>
            <a:xfrm>
              <a:off x="3419800" y="255950"/>
              <a:ext cx="762550" cy="431800"/>
            </a:xfrm>
            <a:custGeom>
              <a:avLst/>
              <a:gdLst/>
              <a:ahLst/>
              <a:cxnLst/>
              <a:rect l="l" t="t" r="r" b="b"/>
              <a:pathLst>
                <a:path w="30502" h="17272" fill="none" extrusionOk="0">
                  <a:moveTo>
                    <a:pt x="30502" y="15290"/>
                  </a:moveTo>
                  <a:cubicBezTo>
                    <a:pt x="30502" y="6813"/>
                    <a:pt x="23688" y="0"/>
                    <a:pt x="15211" y="0"/>
                  </a:cubicBezTo>
                  <a:lnTo>
                    <a:pt x="15211" y="0"/>
                  </a:lnTo>
                  <a:cubicBezTo>
                    <a:pt x="6814" y="0"/>
                    <a:pt x="0" y="6893"/>
                    <a:pt x="0" y="15290"/>
                  </a:cubicBezTo>
                  <a:lnTo>
                    <a:pt x="0" y="17271"/>
                  </a:lnTo>
                  <a:lnTo>
                    <a:pt x="30502" y="17271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5" name="Google Shape;332;p38">
              <a:extLst>
                <a:ext uri="{FF2B5EF4-FFF2-40B4-BE49-F238E27FC236}">
                  <a16:creationId xmlns:a16="http://schemas.microsoft.com/office/drawing/2014/main" id="{042B53E2-3FA8-4F82-BA35-1289803A8CC6}"/>
                </a:ext>
              </a:extLst>
            </p:cNvPr>
            <p:cNvSpPr/>
            <p:nvPr/>
          </p:nvSpPr>
          <p:spPr>
            <a:xfrm>
              <a:off x="3605975" y="4617275"/>
              <a:ext cx="194125" cy="25"/>
            </a:xfrm>
            <a:custGeom>
              <a:avLst/>
              <a:gdLst/>
              <a:ahLst/>
              <a:cxnLst/>
              <a:rect l="l" t="t" r="r" b="b"/>
              <a:pathLst>
                <a:path w="7765" h="1" fill="none" extrusionOk="0">
                  <a:moveTo>
                    <a:pt x="0" y="0"/>
                  </a:moveTo>
                  <a:lnTo>
                    <a:pt x="7764" y="0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6" name="Google Shape;333;p38">
              <a:extLst>
                <a:ext uri="{FF2B5EF4-FFF2-40B4-BE49-F238E27FC236}">
                  <a16:creationId xmlns:a16="http://schemas.microsoft.com/office/drawing/2014/main" id="{F3F4B1CC-88AB-45D5-A5B8-B899A36F0F96}"/>
                </a:ext>
              </a:extLst>
            </p:cNvPr>
            <p:cNvSpPr/>
            <p:nvPr/>
          </p:nvSpPr>
          <p:spPr>
            <a:xfrm>
              <a:off x="3605975" y="925265"/>
              <a:ext cx="390200" cy="3687950"/>
            </a:xfrm>
            <a:custGeom>
              <a:avLst/>
              <a:gdLst/>
              <a:ahLst/>
              <a:cxnLst/>
              <a:rect l="l" t="t" r="r" b="b"/>
              <a:pathLst>
                <a:path w="15608" h="147518" fill="none" extrusionOk="0">
                  <a:moveTo>
                    <a:pt x="15608" y="1"/>
                  </a:moveTo>
                  <a:lnTo>
                    <a:pt x="0" y="1"/>
                  </a:lnTo>
                  <a:lnTo>
                    <a:pt x="0" y="147517"/>
                  </a:lnTo>
                  <a:lnTo>
                    <a:pt x="7764" y="147517"/>
                  </a:lnTo>
                  <a:lnTo>
                    <a:pt x="15608" y="147517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7" name="Google Shape;334;p38">
              <a:extLst>
                <a:ext uri="{FF2B5EF4-FFF2-40B4-BE49-F238E27FC236}">
                  <a16:creationId xmlns:a16="http://schemas.microsoft.com/office/drawing/2014/main" id="{818796B9-8F17-4C30-A240-9CF8DA5CAC40}"/>
                </a:ext>
              </a:extLst>
            </p:cNvPr>
            <p:cNvSpPr/>
            <p:nvPr/>
          </p:nvSpPr>
          <p:spPr>
            <a:xfrm>
              <a:off x="3605975" y="927375"/>
              <a:ext cx="390200" cy="2000"/>
            </a:xfrm>
            <a:custGeom>
              <a:avLst/>
              <a:gdLst/>
              <a:ahLst/>
              <a:cxnLst/>
              <a:rect l="l" t="t" r="r" b="b"/>
              <a:pathLst>
                <a:path w="15608" h="80" fill="none" extrusionOk="0">
                  <a:moveTo>
                    <a:pt x="0" y="0"/>
                  </a:moveTo>
                  <a:lnTo>
                    <a:pt x="15608" y="0"/>
                  </a:lnTo>
                  <a:lnTo>
                    <a:pt x="15608" y="80"/>
                  </a:lnTo>
                  <a:lnTo>
                    <a:pt x="0" y="80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miter lim="7922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  <p:sp>
          <p:nvSpPr>
            <p:cNvPr id="18" name="Google Shape;335;p38">
              <a:extLst>
                <a:ext uri="{FF2B5EF4-FFF2-40B4-BE49-F238E27FC236}">
                  <a16:creationId xmlns:a16="http://schemas.microsoft.com/office/drawing/2014/main" id="{ADEC5310-08F7-43D2-8C60-ECA2CA70A3AD}"/>
                </a:ext>
              </a:extLst>
            </p:cNvPr>
            <p:cNvSpPr/>
            <p:nvPr/>
          </p:nvSpPr>
          <p:spPr>
            <a:xfrm>
              <a:off x="3689150" y="5195625"/>
              <a:ext cx="211950" cy="221850"/>
            </a:xfrm>
            <a:custGeom>
              <a:avLst/>
              <a:gdLst/>
              <a:ahLst/>
              <a:cxnLst/>
              <a:rect l="l" t="t" r="r" b="b"/>
              <a:pathLst>
                <a:path w="8478" h="8874" extrusionOk="0">
                  <a:moveTo>
                    <a:pt x="1" y="0"/>
                  </a:moveTo>
                  <a:lnTo>
                    <a:pt x="4120" y="8873"/>
                  </a:lnTo>
                  <a:lnTo>
                    <a:pt x="8478" y="0"/>
                  </a:lnTo>
                  <a:close/>
                </a:path>
              </a:pathLst>
            </a:custGeom>
            <a:grpFill/>
            <a:ln w="76200" cap="flat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dirty="0"/>
            </a:p>
          </p:txBody>
        </p:sp>
      </p:grpSp>
      <p:sp>
        <p:nvSpPr>
          <p:cNvPr id="19" name="Google Shape;336;p38">
            <a:extLst>
              <a:ext uri="{FF2B5EF4-FFF2-40B4-BE49-F238E27FC236}">
                <a16:creationId xmlns:a16="http://schemas.microsoft.com/office/drawing/2014/main" id="{51017E00-1E3E-4B74-BE89-EE909C389596}"/>
              </a:ext>
            </a:extLst>
          </p:cNvPr>
          <p:cNvSpPr/>
          <p:nvPr userDrawn="1"/>
        </p:nvSpPr>
        <p:spPr>
          <a:xfrm>
            <a:off x="502766" y="8249872"/>
            <a:ext cx="1021136" cy="1054488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0" name="Google Shape;337;p38">
            <a:extLst>
              <a:ext uri="{FF2B5EF4-FFF2-40B4-BE49-F238E27FC236}">
                <a16:creationId xmlns:a16="http://schemas.microsoft.com/office/drawing/2014/main" id="{85B27DAF-7C89-49EE-892A-FDB2D020CCB1}"/>
              </a:ext>
            </a:extLst>
          </p:cNvPr>
          <p:cNvSpPr/>
          <p:nvPr userDrawn="1"/>
        </p:nvSpPr>
        <p:spPr>
          <a:xfrm>
            <a:off x="6969646" y="816650"/>
            <a:ext cx="1781884" cy="178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1" name="Google Shape;338;p38">
            <a:extLst>
              <a:ext uri="{FF2B5EF4-FFF2-40B4-BE49-F238E27FC236}">
                <a16:creationId xmlns:a16="http://schemas.microsoft.com/office/drawing/2014/main" id="{1A7842F8-DDB5-4243-BDC5-1CD4219194EE}"/>
              </a:ext>
            </a:extLst>
          </p:cNvPr>
          <p:cNvSpPr/>
          <p:nvPr userDrawn="1"/>
        </p:nvSpPr>
        <p:spPr>
          <a:xfrm>
            <a:off x="14228460" y="4273644"/>
            <a:ext cx="866944" cy="86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0A522-7D31-4010-92ED-DFB7BD4F2B36}"/>
              </a:ext>
            </a:extLst>
          </p:cNvPr>
          <p:cNvCxnSpPr>
            <a:cxnSpLocks/>
          </p:cNvCxnSpPr>
          <p:nvPr userDrawn="1"/>
        </p:nvCxnSpPr>
        <p:spPr>
          <a:xfrm>
            <a:off x="2519725" y="8666556"/>
            <a:ext cx="11936248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368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DAA8547-A077-43F7-A734-C7FC333D1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45299" y="5713638"/>
            <a:ext cx="16988626" cy="1737360"/>
          </a:xfrm>
        </p:spPr>
        <p:txBody>
          <a:bodyPr anchor="ctr">
            <a:noAutofit/>
          </a:bodyPr>
          <a:lstStyle>
            <a:lvl1pPr algn="ctr">
              <a:defRPr sz="107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E86E9DF-6E22-4C91-BD39-F129A49358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4938" y="3295651"/>
            <a:ext cx="5229352" cy="2398938"/>
          </a:xfrm>
        </p:spPr>
        <p:txBody>
          <a:bodyPr anchor="ctr">
            <a:noAutofit/>
          </a:bodyPr>
          <a:lstStyle>
            <a:lvl1pPr algn="ctr">
              <a:defRPr sz="175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D20617-886D-4ECD-A561-10BD7E0614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0625" y="8056790"/>
            <a:ext cx="11017974" cy="1200504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16" name="Google Shape;440;p42">
            <a:extLst>
              <a:ext uri="{FF2B5EF4-FFF2-40B4-BE49-F238E27FC236}">
                <a16:creationId xmlns:a16="http://schemas.microsoft.com/office/drawing/2014/main" id="{B5C3D971-7E3C-4B07-AA0A-0D89E576E9A4}"/>
              </a:ext>
            </a:extLst>
          </p:cNvPr>
          <p:cNvSpPr/>
          <p:nvPr userDrawn="1"/>
        </p:nvSpPr>
        <p:spPr>
          <a:xfrm>
            <a:off x="2091465" y="9835101"/>
            <a:ext cx="1574100" cy="157420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17" name="Google Shape;441;p42">
            <a:extLst>
              <a:ext uri="{FF2B5EF4-FFF2-40B4-BE49-F238E27FC236}">
                <a16:creationId xmlns:a16="http://schemas.microsoft.com/office/drawing/2014/main" id="{670FCA21-6AEC-46FE-9559-9EF3671FF3C9}"/>
              </a:ext>
            </a:extLst>
          </p:cNvPr>
          <p:cNvSpPr/>
          <p:nvPr userDrawn="1"/>
        </p:nvSpPr>
        <p:spPr>
          <a:xfrm>
            <a:off x="16544686" y="761215"/>
            <a:ext cx="1040290" cy="104035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FE81B1-57C4-401D-9228-E86186775939}"/>
              </a:ext>
            </a:extLst>
          </p:cNvPr>
          <p:cNvSpPr/>
          <p:nvPr userDrawn="1"/>
        </p:nvSpPr>
        <p:spPr>
          <a:xfrm>
            <a:off x="0" y="0"/>
            <a:ext cx="4444105" cy="4634300"/>
          </a:xfrm>
          <a:custGeom>
            <a:avLst/>
            <a:gdLst>
              <a:gd name="connsiteX0" fmla="*/ 0 w 2222197"/>
              <a:gd name="connsiteY0" fmla="*/ 0 h 2317150"/>
              <a:gd name="connsiteX1" fmla="*/ 1820110 w 2222197"/>
              <a:gd name="connsiteY1" fmla="*/ 0 h 2317150"/>
              <a:gd name="connsiteX2" fmla="*/ 1825473 w 2222197"/>
              <a:gd name="connsiteY2" fmla="*/ 4874 h 2317150"/>
              <a:gd name="connsiteX3" fmla="*/ 2222197 w 2222197"/>
              <a:gd name="connsiteY3" fmla="*/ 962650 h 2317150"/>
              <a:gd name="connsiteX4" fmla="*/ 867697 w 2222197"/>
              <a:gd name="connsiteY4" fmla="*/ 2317150 h 2317150"/>
              <a:gd name="connsiteX5" fmla="*/ 6109 w 2222197"/>
              <a:gd name="connsiteY5" fmla="*/ 2007848 h 2317150"/>
              <a:gd name="connsiteX6" fmla="*/ 0 w 2222197"/>
              <a:gd name="connsiteY6" fmla="*/ 2002296 h 2317150"/>
              <a:gd name="connsiteX7" fmla="*/ 0 w 2222197"/>
              <a:gd name="connsiteY7" fmla="*/ 0 h 231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2197" h="2317150">
                <a:moveTo>
                  <a:pt x="0" y="0"/>
                </a:moveTo>
                <a:lnTo>
                  <a:pt x="1820110" y="0"/>
                </a:lnTo>
                <a:lnTo>
                  <a:pt x="1825473" y="4874"/>
                </a:lnTo>
                <a:cubicBezTo>
                  <a:pt x="2070590" y="249990"/>
                  <a:pt x="2222197" y="588615"/>
                  <a:pt x="2222197" y="962650"/>
                </a:cubicBezTo>
                <a:cubicBezTo>
                  <a:pt x="2222197" y="1710720"/>
                  <a:pt x="1615767" y="2317150"/>
                  <a:pt x="867697" y="2317150"/>
                </a:cubicBezTo>
                <a:cubicBezTo>
                  <a:pt x="540416" y="2317150"/>
                  <a:pt x="240247" y="2201076"/>
                  <a:pt x="6109" y="2007848"/>
                </a:cubicBezTo>
                <a:lnTo>
                  <a:pt x="0" y="200229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CAE6057-131D-4CE4-92D7-C0CB71764575}"/>
              </a:ext>
            </a:extLst>
          </p:cNvPr>
          <p:cNvSpPr/>
          <p:nvPr userDrawn="1"/>
        </p:nvSpPr>
        <p:spPr>
          <a:xfrm>
            <a:off x="21673589" y="6858000"/>
            <a:ext cx="2708824" cy="5418000"/>
          </a:xfrm>
          <a:custGeom>
            <a:avLst/>
            <a:gdLst>
              <a:gd name="connsiteX0" fmla="*/ 1354500 w 1354500"/>
              <a:gd name="connsiteY0" fmla="*/ 0 h 2709000"/>
              <a:gd name="connsiteX1" fmla="*/ 1354500 w 1354500"/>
              <a:gd name="connsiteY1" fmla="*/ 2709000 h 2709000"/>
              <a:gd name="connsiteX2" fmla="*/ 0 w 1354500"/>
              <a:gd name="connsiteY2" fmla="*/ 1354500 h 2709000"/>
              <a:gd name="connsiteX3" fmla="*/ 1354500 w 1354500"/>
              <a:gd name="connsiteY3" fmla="*/ 0 h 270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4500" h="2709000">
                <a:moveTo>
                  <a:pt x="1354500" y="0"/>
                </a:moveTo>
                <a:lnTo>
                  <a:pt x="1354500" y="2709000"/>
                </a:lnTo>
                <a:cubicBezTo>
                  <a:pt x="606430" y="2709000"/>
                  <a:pt x="0" y="2102570"/>
                  <a:pt x="0" y="1354500"/>
                </a:cubicBezTo>
                <a:cubicBezTo>
                  <a:pt x="0" y="606430"/>
                  <a:pt x="606430" y="0"/>
                  <a:pt x="1354500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00623F-C23E-4687-A7C3-F7A54B0A71F2}"/>
              </a:ext>
            </a:extLst>
          </p:cNvPr>
          <p:cNvCxnSpPr>
            <a:cxnSpLocks/>
          </p:cNvCxnSpPr>
          <p:nvPr userDrawn="1"/>
        </p:nvCxnSpPr>
        <p:spPr>
          <a:xfrm>
            <a:off x="6930625" y="7286644"/>
            <a:ext cx="11017974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860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5118880-2F22-4B76-843E-ED6C4C1F7E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663" y="6776974"/>
            <a:ext cx="14500606" cy="1737360"/>
          </a:xfrm>
        </p:spPr>
        <p:txBody>
          <a:bodyPr anchor="ctr">
            <a:noAutofit/>
          </a:bodyPr>
          <a:lstStyle>
            <a:lvl1pPr algn="ctr">
              <a:defRPr sz="107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E85ED36-A248-4B13-8B06-29ABF673BA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542293" y="4358987"/>
            <a:ext cx="5901351" cy="2398938"/>
          </a:xfrm>
        </p:spPr>
        <p:txBody>
          <a:bodyPr anchor="ctr">
            <a:noAutofit/>
          </a:bodyPr>
          <a:lstStyle>
            <a:lvl1pPr algn="ctr">
              <a:defRPr sz="17599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B2D1E86-D548-476D-8FFD-787DA9EBDD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83979" y="9120126"/>
            <a:ext cx="11017974" cy="1200504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48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Concept description…</a:t>
            </a:r>
          </a:p>
        </p:txBody>
      </p:sp>
      <p:sp>
        <p:nvSpPr>
          <p:cNvPr id="6" name="Google Shape;504;p46">
            <a:extLst>
              <a:ext uri="{FF2B5EF4-FFF2-40B4-BE49-F238E27FC236}">
                <a16:creationId xmlns:a16="http://schemas.microsoft.com/office/drawing/2014/main" id="{1FAA6426-9852-43D7-99BD-23545577ADA6}"/>
              </a:ext>
            </a:extLst>
          </p:cNvPr>
          <p:cNvSpPr/>
          <p:nvPr userDrawn="1"/>
        </p:nvSpPr>
        <p:spPr>
          <a:xfrm>
            <a:off x="0" y="0"/>
            <a:ext cx="4012539" cy="9568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3" name="Google Shape;521;p46">
            <a:extLst>
              <a:ext uri="{FF2B5EF4-FFF2-40B4-BE49-F238E27FC236}">
                <a16:creationId xmlns:a16="http://schemas.microsoft.com/office/drawing/2014/main" id="{5E0E9587-FE6D-4B82-B248-E812F3E88961}"/>
              </a:ext>
            </a:extLst>
          </p:cNvPr>
          <p:cNvSpPr/>
          <p:nvPr userDrawn="1"/>
        </p:nvSpPr>
        <p:spPr>
          <a:xfrm>
            <a:off x="15903933" y="756800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4" name="Google Shape;522;p46">
            <a:extLst>
              <a:ext uri="{FF2B5EF4-FFF2-40B4-BE49-F238E27FC236}">
                <a16:creationId xmlns:a16="http://schemas.microsoft.com/office/drawing/2014/main" id="{083E32E2-F914-4F2A-AB0B-7D6AAD06BEB2}"/>
              </a:ext>
            </a:extLst>
          </p:cNvPr>
          <p:cNvSpPr/>
          <p:nvPr userDrawn="1"/>
        </p:nvSpPr>
        <p:spPr>
          <a:xfrm>
            <a:off x="7247774" y="1633200"/>
            <a:ext cx="1075130" cy="1075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5" name="Google Shape;523;p46">
            <a:extLst>
              <a:ext uri="{FF2B5EF4-FFF2-40B4-BE49-F238E27FC236}">
                <a16:creationId xmlns:a16="http://schemas.microsoft.com/office/drawing/2014/main" id="{53931E0D-26A5-4000-B18B-B5B79CAB9DC3}"/>
              </a:ext>
            </a:extLst>
          </p:cNvPr>
          <p:cNvSpPr/>
          <p:nvPr userDrawn="1"/>
        </p:nvSpPr>
        <p:spPr>
          <a:xfrm>
            <a:off x="22417900" y="8188806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26" name="Google Shape;521;p46">
            <a:extLst>
              <a:ext uri="{FF2B5EF4-FFF2-40B4-BE49-F238E27FC236}">
                <a16:creationId xmlns:a16="http://schemas.microsoft.com/office/drawing/2014/main" id="{CFCF95E0-E841-490E-81D7-5559D79E43C6}"/>
              </a:ext>
            </a:extLst>
          </p:cNvPr>
          <p:cNvSpPr/>
          <p:nvPr userDrawn="1"/>
        </p:nvSpPr>
        <p:spPr>
          <a:xfrm>
            <a:off x="5630581" y="11446223"/>
            <a:ext cx="1040290" cy="10403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1F51EA1-D089-4405-AF8C-5E4EA3EA526C}"/>
              </a:ext>
            </a:extLst>
          </p:cNvPr>
          <p:cNvCxnSpPr>
            <a:cxnSpLocks/>
          </p:cNvCxnSpPr>
          <p:nvPr userDrawn="1"/>
        </p:nvCxnSpPr>
        <p:spPr>
          <a:xfrm>
            <a:off x="9983979" y="8309882"/>
            <a:ext cx="11017974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picture containing text, plate, tableware, dishware&#10;&#10;Description automatically generated">
            <a:extLst>
              <a:ext uri="{FF2B5EF4-FFF2-40B4-BE49-F238E27FC236}">
                <a16:creationId xmlns:a16="http://schemas.microsoft.com/office/drawing/2014/main" id="{206240B5-E692-4491-9B60-0888AD9E20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39355" y="5175907"/>
            <a:ext cx="5247942" cy="43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683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9005" y="734282"/>
            <a:ext cx="15684403" cy="168044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Comparison</a:t>
            </a:r>
          </a:p>
        </p:txBody>
      </p:sp>
      <p:sp>
        <p:nvSpPr>
          <p:cNvPr id="4" name="Google Shape;521;p46">
            <a:extLst>
              <a:ext uri="{FF2B5EF4-FFF2-40B4-BE49-F238E27FC236}">
                <a16:creationId xmlns:a16="http://schemas.microsoft.com/office/drawing/2014/main" id="{5B00E446-CF89-44CA-BAF9-988651817BC8}"/>
              </a:ext>
            </a:extLst>
          </p:cNvPr>
          <p:cNvSpPr/>
          <p:nvPr userDrawn="1"/>
        </p:nvSpPr>
        <p:spPr>
          <a:xfrm>
            <a:off x="22636805" y="6226574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6" name="Google Shape;523;p46">
            <a:extLst>
              <a:ext uri="{FF2B5EF4-FFF2-40B4-BE49-F238E27FC236}">
                <a16:creationId xmlns:a16="http://schemas.microsoft.com/office/drawing/2014/main" id="{E1D932C5-8F36-4E7B-B543-6BF2EECFA457}"/>
              </a:ext>
            </a:extLst>
          </p:cNvPr>
          <p:cNvSpPr/>
          <p:nvPr userDrawn="1"/>
        </p:nvSpPr>
        <p:spPr>
          <a:xfrm>
            <a:off x="16757071" y="3194428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8FA1B8-ABB6-489A-A350-B9D5221E8B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4796" y="5893712"/>
            <a:ext cx="9581830" cy="6036256"/>
          </a:xfrm>
          <a:solidFill>
            <a:schemeClr val="accent2"/>
          </a:solidFill>
        </p:spPr>
        <p:txBody>
          <a:bodyPr anchor="ctr">
            <a:normAutofit/>
          </a:bodyPr>
          <a:lstStyle>
            <a:lvl1pPr marL="1828709" indent="-914354">
              <a:buFont typeface="Arial" panose="020B0604020202020204" pitchFamily="34" charset="0"/>
              <a:buChar char="•"/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6DEF43B-759C-44E5-ABE1-E85520E8E6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55790" y="5893712"/>
            <a:ext cx="9581830" cy="6036256"/>
          </a:xfrm>
          <a:solidFill>
            <a:schemeClr val="accent4"/>
          </a:solidFill>
        </p:spPr>
        <p:txBody>
          <a:bodyPr anchor="ctr">
            <a:normAutofit/>
          </a:bodyPr>
          <a:lstStyle>
            <a:lvl1pPr marL="1828709" indent="-914354">
              <a:buFont typeface="Arial" panose="020B0604020202020204" pitchFamily="34" charset="0"/>
              <a:buChar char="•"/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0D1B92-EF62-4AED-94AC-921B0DC8FE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6113" y="4854577"/>
            <a:ext cx="7198971" cy="765174"/>
          </a:xfrm>
          <a:ln w="28575">
            <a:solidFill>
              <a:schemeClr val="tx2"/>
            </a:solidFill>
          </a:ln>
        </p:spPr>
        <p:txBody>
          <a:bodyPr anchor="ctr"/>
          <a:lstStyle>
            <a:lvl1pPr algn="ctr"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23DD322-6948-4F9B-A0C6-84BB595A76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17331" y="4854575"/>
            <a:ext cx="7198971" cy="765174"/>
          </a:xfrm>
          <a:ln w="28575">
            <a:solidFill>
              <a:schemeClr val="tx2"/>
            </a:solidFill>
          </a:ln>
        </p:spPr>
        <p:txBody>
          <a:bodyPr anchor="ctr"/>
          <a:lstStyle>
            <a:lvl1pPr algn="ctr">
              <a:defRPr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F59A57-4202-4E04-8CB8-396C0252F187}"/>
              </a:ext>
            </a:extLst>
          </p:cNvPr>
          <p:cNvCxnSpPr>
            <a:cxnSpLocks/>
          </p:cNvCxnSpPr>
          <p:nvPr userDrawn="1"/>
        </p:nvCxnSpPr>
        <p:spPr>
          <a:xfrm>
            <a:off x="4349005" y="2224966"/>
            <a:ext cx="15684403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6505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A6C4F7-EC07-49CB-ACDD-6014293496BD}"/>
              </a:ext>
            </a:extLst>
          </p:cNvPr>
          <p:cNvSpPr/>
          <p:nvPr userDrawn="1"/>
        </p:nvSpPr>
        <p:spPr>
          <a:xfrm>
            <a:off x="-44136" y="5017738"/>
            <a:ext cx="4279537" cy="8698262"/>
          </a:xfrm>
          <a:custGeom>
            <a:avLst/>
            <a:gdLst>
              <a:gd name="connsiteX0" fmla="*/ 0 w 2139908"/>
              <a:gd name="connsiteY0" fmla="*/ 0 h 4349131"/>
              <a:gd name="connsiteX1" fmla="*/ 157415 w 2139908"/>
              <a:gd name="connsiteY1" fmla="*/ 7949 h 4349131"/>
              <a:gd name="connsiteX2" fmla="*/ 2139908 w 2139908"/>
              <a:gd name="connsiteY2" fmla="*/ 2204824 h 4349131"/>
              <a:gd name="connsiteX3" fmla="*/ 588306 w 2139908"/>
              <a:gd name="connsiteY3" fmla="*/ 4313820 h 4349131"/>
              <a:gd name="connsiteX4" fmla="*/ 450978 w 2139908"/>
              <a:gd name="connsiteY4" fmla="*/ 4349131 h 4349131"/>
              <a:gd name="connsiteX5" fmla="*/ 0 w 2139908"/>
              <a:gd name="connsiteY5" fmla="*/ 4349131 h 4349131"/>
              <a:gd name="connsiteX6" fmla="*/ 0 w 2139908"/>
              <a:gd name="connsiteY6" fmla="*/ 0 h 434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9908" h="4349131">
                <a:moveTo>
                  <a:pt x="0" y="0"/>
                </a:moveTo>
                <a:lnTo>
                  <a:pt x="157415" y="7949"/>
                </a:lnTo>
                <a:cubicBezTo>
                  <a:pt x="1270952" y="121035"/>
                  <a:pt x="2139908" y="1061452"/>
                  <a:pt x="2139908" y="2204824"/>
                </a:cubicBezTo>
                <a:cubicBezTo>
                  <a:pt x="2139908" y="3195746"/>
                  <a:pt x="1487225" y="4034227"/>
                  <a:pt x="588306" y="4313820"/>
                </a:cubicBezTo>
                <a:lnTo>
                  <a:pt x="450978" y="4349131"/>
                </a:lnTo>
                <a:lnTo>
                  <a:pt x="0" y="43491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136" y="730252"/>
            <a:ext cx="15959859" cy="168044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1368893-0460-416B-B7B0-E4D52CB5F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9136" y="3266402"/>
            <a:ext cx="19083685" cy="9436776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5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5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5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5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Google Shape;521;p46">
            <a:extLst>
              <a:ext uri="{FF2B5EF4-FFF2-40B4-BE49-F238E27FC236}">
                <a16:creationId xmlns:a16="http://schemas.microsoft.com/office/drawing/2014/main" id="{F2566569-E722-431D-9CB9-AC3A2B37BFC3}"/>
              </a:ext>
            </a:extLst>
          </p:cNvPr>
          <p:cNvSpPr/>
          <p:nvPr userDrawn="1"/>
        </p:nvSpPr>
        <p:spPr>
          <a:xfrm>
            <a:off x="23302039" y="8115506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1BCED7-21F9-4CE1-B4FD-D1A0630A53CA}"/>
              </a:ext>
            </a:extLst>
          </p:cNvPr>
          <p:cNvCxnSpPr>
            <a:cxnSpLocks/>
          </p:cNvCxnSpPr>
          <p:nvPr userDrawn="1"/>
        </p:nvCxnSpPr>
        <p:spPr>
          <a:xfrm>
            <a:off x="4089136" y="2175090"/>
            <a:ext cx="15959859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Icon&#10;&#10;Description automatically generated">
            <a:extLst>
              <a:ext uri="{FF2B5EF4-FFF2-40B4-BE49-F238E27FC236}">
                <a16:creationId xmlns:a16="http://schemas.microsoft.com/office/drawing/2014/main" id="{A42149A9-E8E5-4716-8BB6-7E25E34506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9622" y="6929175"/>
            <a:ext cx="4279537" cy="487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93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F09CB2-34EF-45EB-8425-9B3B8E47234B}"/>
              </a:ext>
            </a:extLst>
          </p:cNvPr>
          <p:cNvSpPr/>
          <p:nvPr userDrawn="1"/>
        </p:nvSpPr>
        <p:spPr>
          <a:xfrm>
            <a:off x="1676292" y="480984"/>
            <a:ext cx="16770484" cy="2178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3" y="730252"/>
            <a:ext cx="18372701" cy="168044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627182-7F52-428A-8ED6-E03409AF0B2F}"/>
              </a:ext>
            </a:extLst>
          </p:cNvPr>
          <p:cNvCxnSpPr>
            <a:cxnSpLocks/>
          </p:cNvCxnSpPr>
          <p:nvPr userDrawn="1"/>
        </p:nvCxnSpPr>
        <p:spPr>
          <a:xfrm>
            <a:off x="1676293" y="2224966"/>
            <a:ext cx="18372701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2BCB099-5337-4FB4-94AD-EBAD7CE13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293" y="3266402"/>
            <a:ext cx="21496528" cy="9436776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48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521;p46">
            <a:extLst>
              <a:ext uri="{FF2B5EF4-FFF2-40B4-BE49-F238E27FC236}">
                <a16:creationId xmlns:a16="http://schemas.microsoft.com/office/drawing/2014/main" id="{109A188B-2C2A-48F2-B333-3B12AFF519B1}"/>
              </a:ext>
            </a:extLst>
          </p:cNvPr>
          <p:cNvSpPr/>
          <p:nvPr userDrawn="1"/>
        </p:nvSpPr>
        <p:spPr>
          <a:xfrm>
            <a:off x="23320586" y="9939592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8" name="Google Shape;523;p46">
            <a:extLst>
              <a:ext uri="{FF2B5EF4-FFF2-40B4-BE49-F238E27FC236}">
                <a16:creationId xmlns:a16="http://schemas.microsoft.com/office/drawing/2014/main" id="{D8F7ECA8-F820-4149-AB7C-2B56A4FC7B6C}"/>
              </a:ext>
            </a:extLst>
          </p:cNvPr>
          <p:cNvSpPr/>
          <p:nvPr userDrawn="1"/>
        </p:nvSpPr>
        <p:spPr>
          <a:xfrm>
            <a:off x="23334297" y="3916218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203912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73F8A0-68A3-4894-A385-852ADAB9CD72}"/>
              </a:ext>
            </a:extLst>
          </p:cNvPr>
          <p:cNvSpPr/>
          <p:nvPr userDrawn="1"/>
        </p:nvSpPr>
        <p:spPr>
          <a:xfrm>
            <a:off x="1676292" y="480984"/>
            <a:ext cx="16770484" cy="2178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3" y="730252"/>
            <a:ext cx="18372701" cy="168044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627182-7F52-428A-8ED6-E03409AF0B2F}"/>
              </a:ext>
            </a:extLst>
          </p:cNvPr>
          <p:cNvCxnSpPr>
            <a:cxnSpLocks/>
          </p:cNvCxnSpPr>
          <p:nvPr userDrawn="1"/>
        </p:nvCxnSpPr>
        <p:spPr>
          <a:xfrm>
            <a:off x="1676293" y="2224966"/>
            <a:ext cx="18372701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2BCB099-5337-4FB4-94AD-EBAD7CE135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6294" y="3435927"/>
            <a:ext cx="21062157" cy="9267250"/>
          </a:xfrm>
          <a:noFill/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1pPr>
            <a:lvl2pPr>
              <a:defRPr sz="4000">
                <a:solidFill>
                  <a:schemeClr val="bg1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2pPr>
            <a:lvl3pPr>
              <a:defRPr sz="4000">
                <a:solidFill>
                  <a:schemeClr val="bg1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3pPr>
            <a:lvl4pPr>
              <a:defRPr sz="4000">
                <a:solidFill>
                  <a:schemeClr val="bg1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4pPr>
            <a:lvl5pPr>
              <a:defRPr sz="4000">
                <a:solidFill>
                  <a:schemeClr val="bg1"/>
                </a:solidFill>
                <a:latin typeface="Consolas" panose="020B0609020204030204" pitchFamily="49" charset="0"/>
                <a:ea typeface="Roboto Condensed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521;p46">
            <a:extLst>
              <a:ext uri="{FF2B5EF4-FFF2-40B4-BE49-F238E27FC236}">
                <a16:creationId xmlns:a16="http://schemas.microsoft.com/office/drawing/2014/main" id="{109A188B-2C2A-48F2-B333-3B12AFF519B1}"/>
              </a:ext>
            </a:extLst>
          </p:cNvPr>
          <p:cNvSpPr/>
          <p:nvPr userDrawn="1"/>
        </p:nvSpPr>
        <p:spPr>
          <a:xfrm>
            <a:off x="23062183" y="10475300"/>
            <a:ext cx="859744" cy="859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  <p:sp>
        <p:nvSpPr>
          <p:cNvPr id="8" name="Google Shape;523;p46">
            <a:extLst>
              <a:ext uri="{FF2B5EF4-FFF2-40B4-BE49-F238E27FC236}">
                <a16:creationId xmlns:a16="http://schemas.microsoft.com/office/drawing/2014/main" id="{D8F7ECA8-F820-4149-AB7C-2B56A4FC7B6C}"/>
              </a:ext>
            </a:extLst>
          </p:cNvPr>
          <p:cNvSpPr/>
          <p:nvPr userDrawn="1"/>
        </p:nvSpPr>
        <p:spPr>
          <a:xfrm>
            <a:off x="23334297" y="3916218"/>
            <a:ext cx="859744" cy="8598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82838" tIns="182838" rIns="182838" bIns="18283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14065987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8639C6-147F-4294-8944-BCA67649DB03}"/>
              </a:ext>
            </a:extLst>
          </p:cNvPr>
          <p:cNvSpPr/>
          <p:nvPr userDrawn="1"/>
        </p:nvSpPr>
        <p:spPr>
          <a:xfrm>
            <a:off x="1676292" y="480984"/>
            <a:ext cx="16770484" cy="21789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1A54-6A45-4B9D-952D-9F5724B6F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3" y="730252"/>
            <a:ext cx="18372701" cy="168044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627182-7F52-428A-8ED6-E03409AF0B2F}"/>
              </a:ext>
            </a:extLst>
          </p:cNvPr>
          <p:cNvCxnSpPr>
            <a:cxnSpLocks/>
          </p:cNvCxnSpPr>
          <p:nvPr userDrawn="1"/>
        </p:nvCxnSpPr>
        <p:spPr>
          <a:xfrm>
            <a:off x="1676293" y="2224966"/>
            <a:ext cx="18372701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3827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6FAD54-8CC4-4547-89CD-CC1300D427ED}"/>
              </a:ext>
            </a:extLst>
          </p:cNvPr>
          <p:cNvSpPr txBox="1"/>
          <p:nvPr userDrawn="1"/>
        </p:nvSpPr>
        <p:spPr>
          <a:xfrm>
            <a:off x="5321025" y="3887957"/>
            <a:ext cx="13740364" cy="59400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7847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кръглен правоъгълник 15"/>
          <p:cNvSpPr/>
          <p:nvPr userDrawn="1"/>
        </p:nvSpPr>
        <p:spPr>
          <a:xfrm>
            <a:off x="1649398" y="123827"/>
            <a:ext cx="22594903" cy="13468985"/>
          </a:xfrm>
          <a:prstGeom prst="roundRect">
            <a:avLst>
              <a:gd name="adj" fmla="val 2149"/>
            </a:avLst>
          </a:prstGeom>
          <a:solidFill>
            <a:srgbClr val="F4F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9152" y="2025321"/>
            <a:ext cx="19838987" cy="34427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9152" y="6230074"/>
            <a:ext cx="19838987" cy="5603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6F25E3CD-121F-46B1-8EAA-E751C0C960D9}" type="datetimeFigureOut">
              <a:rPr lang="bg-BG" smtClean="0"/>
              <a:pPr/>
              <a:t>17.12.2025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bg-BG" dirty="0"/>
          </a:p>
        </p:txBody>
      </p:sp>
      <p:pic>
        <p:nvPicPr>
          <p:cNvPr id="7" name="Картина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84" y="12852389"/>
            <a:ext cx="257189" cy="254013"/>
          </a:xfrm>
          <a:prstGeom prst="rect">
            <a:avLst/>
          </a:prstGeom>
        </p:spPr>
      </p:pic>
      <p:sp>
        <p:nvSpPr>
          <p:cNvPr id="8" name="Текстово поле 7"/>
          <p:cNvSpPr txBox="1"/>
          <p:nvPr userDrawn="1"/>
        </p:nvSpPr>
        <p:spPr>
          <a:xfrm rot="16200000">
            <a:off x="-163975" y="11763127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A28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sirma.com</a:t>
            </a:r>
            <a:endParaRPr lang="bg-BG" sz="2400" dirty="0">
              <a:solidFill>
                <a:srgbClr val="2A285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Картина 1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1" y="647700"/>
            <a:ext cx="763200" cy="763200"/>
          </a:xfrm>
          <a:prstGeom prst="rect">
            <a:avLst/>
          </a:prstGeom>
        </p:spPr>
      </p:pic>
      <p:sp>
        <p:nvSpPr>
          <p:cNvPr id="14" name="Овал 13"/>
          <p:cNvSpPr/>
          <p:nvPr userDrawn="1"/>
        </p:nvSpPr>
        <p:spPr>
          <a:xfrm>
            <a:off x="23173220" y="647700"/>
            <a:ext cx="763200" cy="763200"/>
          </a:xfrm>
          <a:prstGeom prst="ellipse">
            <a:avLst/>
          </a:prstGeom>
          <a:solidFill>
            <a:srgbClr val="E9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1800"/>
          </a:p>
        </p:txBody>
      </p:sp>
      <p:sp>
        <p:nvSpPr>
          <p:cNvPr id="17" name="Текстово поле 16"/>
          <p:cNvSpPr txBox="1"/>
          <p:nvPr userDrawn="1"/>
        </p:nvSpPr>
        <p:spPr>
          <a:xfrm>
            <a:off x="2979152" y="850888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2A28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Sirma</a:t>
            </a:r>
            <a:endParaRPr lang="bg-BG" sz="1600" b="1" dirty="0">
              <a:solidFill>
                <a:srgbClr val="2A285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2" name="Право съединение 21"/>
          <p:cNvCxnSpPr/>
          <p:nvPr userDrawn="1"/>
        </p:nvCxnSpPr>
        <p:spPr>
          <a:xfrm>
            <a:off x="3902877" y="888765"/>
            <a:ext cx="0" cy="262800"/>
          </a:xfrm>
          <a:prstGeom prst="line">
            <a:avLst/>
          </a:prstGeom>
          <a:ln w="12700">
            <a:solidFill>
              <a:srgbClr val="92A1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2109" y="645126"/>
            <a:ext cx="628595" cy="75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2A2859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1</a:t>
            </a:r>
            <a:endParaRPr lang="bg-BG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4535C15-B1FA-B8A6-9EB6-114659B271C1}"/>
              </a:ext>
            </a:extLst>
          </p:cNvPr>
          <p:cNvGrpSpPr/>
          <p:nvPr userDrawn="1"/>
        </p:nvGrpSpPr>
        <p:grpSpPr>
          <a:xfrm>
            <a:off x="18795633" y="-1"/>
            <a:ext cx="5586780" cy="4327071"/>
            <a:chOff x="10083338" y="0"/>
            <a:chExt cx="2108662" cy="1633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337E03-234D-4A8B-30B6-D6DFE218CDCB}"/>
                </a:ext>
              </a:extLst>
            </p:cNvPr>
            <p:cNvSpPr/>
            <p:nvPr userDrawn="1"/>
          </p:nvSpPr>
          <p:spPr>
            <a:xfrm>
              <a:off x="10083338" y="0"/>
              <a:ext cx="2108662" cy="163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AC759B51-EBE4-4FE4-E5C6-7001F85622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0924" y="179710"/>
              <a:ext cx="1453490" cy="1453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483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8" r:id="rId2"/>
    <p:sldLayoutId id="2147483679" r:id="rId3"/>
    <p:sldLayoutId id="2147483680" r:id="rId4"/>
    <p:sldLayoutId id="2147483682" r:id="rId5"/>
    <p:sldLayoutId id="2147483681" r:id="rId6"/>
    <p:sldLayoutId id="2147483683" r:id="rId7"/>
    <p:sldLayoutId id="2147483684" r:id="rId8"/>
    <p:sldLayoutId id="2147483685" r:id="rId9"/>
    <p:sldLayoutId id="2147483686" r:id="rId10"/>
    <p:sldLayoutId id="2147483688" r:id="rId11"/>
    <p:sldLayoutId id="2147483687" r:id="rId12"/>
    <p:sldLayoutId id="2147483703" r:id="rId13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0" kern="1200">
          <a:solidFill>
            <a:srgbClr val="2A2859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0" indent="0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3000" b="0" kern="1200">
          <a:solidFill>
            <a:srgbClr val="2A2859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914354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2pPr>
      <a:lvl3pPr marL="1828709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3pPr>
      <a:lvl4pPr marL="2743063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4pPr>
      <a:lvl5pPr marL="3657417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кръглен правоъгълник 15"/>
          <p:cNvSpPr/>
          <p:nvPr userDrawn="1"/>
        </p:nvSpPr>
        <p:spPr>
          <a:xfrm>
            <a:off x="1649398" y="123827"/>
            <a:ext cx="22594903" cy="13468985"/>
          </a:xfrm>
          <a:prstGeom prst="roundRect">
            <a:avLst>
              <a:gd name="adj" fmla="val 214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9152" y="2025321"/>
            <a:ext cx="19838987" cy="34427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9152" y="6230074"/>
            <a:ext cx="19838987" cy="5603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6F25E3CD-121F-46B1-8EAA-E751C0C960D9}" type="datetimeFigureOut">
              <a:rPr lang="bg-BG" smtClean="0"/>
              <a:pPr/>
              <a:t>17.12.2025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bg-BG" dirty="0"/>
          </a:p>
        </p:txBody>
      </p:sp>
      <p:pic>
        <p:nvPicPr>
          <p:cNvPr id="7" name="Картина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84" y="12852389"/>
            <a:ext cx="257189" cy="254013"/>
          </a:xfrm>
          <a:prstGeom prst="rect">
            <a:avLst/>
          </a:prstGeom>
        </p:spPr>
      </p:pic>
      <p:sp>
        <p:nvSpPr>
          <p:cNvPr id="8" name="Текстово поле 7"/>
          <p:cNvSpPr txBox="1"/>
          <p:nvPr userDrawn="1"/>
        </p:nvSpPr>
        <p:spPr>
          <a:xfrm rot="16200000">
            <a:off x="-163975" y="11763127"/>
            <a:ext cx="18053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A285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sirma.com</a:t>
            </a:r>
            <a:endParaRPr lang="bg-BG" sz="2400" dirty="0">
              <a:solidFill>
                <a:srgbClr val="2A2859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3" name="Картина 12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1" y="647700"/>
            <a:ext cx="763200" cy="763200"/>
          </a:xfrm>
          <a:prstGeom prst="rect">
            <a:avLst/>
          </a:prstGeom>
        </p:spPr>
      </p:pic>
      <p:sp>
        <p:nvSpPr>
          <p:cNvPr id="14" name="Овал 13"/>
          <p:cNvSpPr/>
          <p:nvPr userDrawn="1"/>
        </p:nvSpPr>
        <p:spPr>
          <a:xfrm>
            <a:off x="23173220" y="647700"/>
            <a:ext cx="763200" cy="763200"/>
          </a:xfrm>
          <a:prstGeom prst="ellipse">
            <a:avLst/>
          </a:prstGeom>
          <a:solidFill>
            <a:srgbClr val="E9E9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1800"/>
          </a:p>
        </p:txBody>
      </p:sp>
      <p:sp>
        <p:nvSpPr>
          <p:cNvPr id="17" name="Текстово поле 16"/>
          <p:cNvSpPr txBox="1"/>
          <p:nvPr userDrawn="1"/>
        </p:nvSpPr>
        <p:spPr>
          <a:xfrm>
            <a:off x="2979152" y="850888"/>
            <a:ext cx="857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Sirma</a:t>
            </a:r>
            <a:endParaRPr lang="bg-BG" sz="1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2" name="Право съединение 21"/>
          <p:cNvCxnSpPr/>
          <p:nvPr userDrawn="1"/>
        </p:nvCxnSpPr>
        <p:spPr>
          <a:xfrm>
            <a:off x="3902877" y="888765"/>
            <a:ext cx="0" cy="262800"/>
          </a:xfrm>
          <a:prstGeom prst="line">
            <a:avLst/>
          </a:prstGeom>
          <a:ln w="12700">
            <a:solidFill>
              <a:srgbClr val="92A1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2109" y="645126"/>
            <a:ext cx="628595" cy="75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2A2859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/>
              <a:t>1</a:t>
            </a:r>
            <a:endParaRPr lang="bg-BG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F0D99D-8702-41DD-A9DD-47CECE363FE5}"/>
              </a:ext>
            </a:extLst>
          </p:cNvPr>
          <p:cNvGrpSpPr/>
          <p:nvPr userDrawn="1"/>
        </p:nvGrpSpPr>
        <p:grpSpPr>
          <a:xfrm>
            <a:off x="18795633" y="-1"/>
            <a:ext cx="5586780" cy="4327071"/>
            <a:chOff x="10083338" y="0"/>
            <a:chExt cx="2108662" cy="16332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6C9A5D-5C6F-434B-B15C-FEC83185EB28}"/>
                </a:ext>
              </a:extLst>
            </p:cNvPr>
            <p:cNvSpPr/>
            <p:nvPr userDrawn="1"/>
          </p:nvSpPr>
          <p:spPr>
            <a:xfrm>
              <a:off x="10083338" y="0"/>
              <a:ext cx="2108662" cy="163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20" name="Picture 19" descr="Icon&#10;&#10;Description automatically generated">
              <a:extLst>
                <a:ext uri="{FF2B5EF4-FFF2-40B4-BE49-F238E27FC236}">
                  <a16:creationId xmlns:a16="http://schemas.microsoft.com/office/drawing/2014/main" id="{7BA3EFE9-1832-4BD5-92A9-69D6DE497A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0924" y="179710"/>
              <a:ext cx="1453490" cy="14534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909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72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0" indent="0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30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914354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2pPr>
      <a:lvl3pPr marL="1828709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3pPr>
      <a:lvl4pPr marL="2743063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4pPr>
      <a:lvl5pPr marL="3657417" indent="0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000" kern="1200">
          <a:solidFill>
            <a:srgbClr val="2A2859"/>
          </a:solidFill>
          <a:latin typeface="TT Norms Pro" panose="02000503030000020003" pitchFamily="50" charset="0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man-page-generator.lokaltog.net/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F924-31AE-4834-94D8-61AF45C99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dirty="0">
                <a:solidFill>
                  <a:schemeClr val="tx1"/>
                </a:solidFill>
              </a:rPr>
              <a:t>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0DD77-DB27-3223-F1BF-8FEC64DEE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Version Control Systems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CA332B-B102-12CD-6014-7F41205DA6B7}"/>
              </a:ext>
            </a:extLst>
          </p:cNvPr>
          <p:cNvGrpSpPr/>
          <p:nvPr/>
        </p:nvGrpSpPr>
        <p:grpSpPr>
          <a:xfrm>
            <a:off x="-5315225" y="2780857"/>
            <a:ext cx="3404500" cy="2972260"/>
            <a:chOff x="759115" y="1338128"/>
            <a:chExt cx="703262" cy="613975"/>
          </a:xfrm>
        </p:grpSpPr>
        <p:sp>
          <p:nvSpPr>
            <p:cNvPr id="9" name="Google Shape;222;p33">
              <a:hlinkClick r:id="" action="ppaction://noaction"/>
              <a:extLst>
                <a:ext uri="{FF2B5EF4-FFF2-40B4-BE49-F238E27FC236}">
                  <a16:creationId xmlns:a16="http://schemas.microsoft.com/office/drawing/2014/main" id="{24B088B7-3CB4-C24D-F15B-3C95C986AF2E}"/>
                </a:ext>
              </a:extLst>
            </p:cNvPr>
            <p:cNvSpPr/>
            <p:nvPr/>
          </p:nvSpPr>
          <p:spPr>
            <a:xfrm>
              <a:off x="805783" y="1338128"/>
              <a:ext cx="613975" cy="6139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82838" tIns="182838" rIns="182838" bIns="182838" anchor="ctr" anchorCtr="0">
              <a:noAutofit/>
            </a:bodyPr>
            <a:lstStyle/>
            <a:p>
              <a:endParaRPr sz="3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7D832B-87E6-7165-44EC-C2E4245DB66B}"/>
                </a:ext>
              </a:extLst>
            </p:cNvPr>
            <p:cNvSpPr txBox="1"/>
            <p:nvPr/>
          </p:nvSpPr>
          <p:spPr>
            <a:xfrm>
              <a:off x="759115" y="1473203"/>
              <a:ext cx="703262" cy="36236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10799" b="1" dirty="0">
                  <a:solidFill>
                    <a:srgbClr val="FEF6F0"/>
                  </a:solidFill>
                  <a:latin typeface="Phenomena Black" panose="00000A00000000000000" pitchFamily="50" charset="-52"/>
                </a:rPr>
                <a:t>01</a:t>
              </a:r>
              <a:endParaRPr lang="en-US" sz="9600" b="1" dirty="0">
                <a:solidFill>
                  <a:srgbClr val="FEF6F0"/>
                </a:solidFill>
                <a:latin typeface="Phenomena Black" panose="00000A00000000000000" pitchFamily="50" charset="-52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5C3F8D-BB5C-77F4-9E7B-ACAC55B74885}"/>
              </a:ext>
            </a:extLst>
          </p:cNvPr>
          <p:cNvGrpSpPr/>
          <p:nvPr/>
        </p:nvGrpSpPr>
        <p:grpSpPr>
          <a:xfrm>
            <a:off x="-10187479" y="6094087"/>
            <a:ext cx="3404496" cy="2972263"/>
            <a:chOff x="761807" y="2099096"/>
            <a:chExt cx="703261" cy="613975"/>
          </a:xfrm>
        </p:grpSpPr>
        <p:sp>
          <p:nvSpPr>
            <p:cNvPr id="12" name="Google Shape;227;p33">
              <a:hlinkClick r:id="" action="ppaction://noaction"/>
              <a:extLst>
                <a:ext uri="{FF2B5EF4-FFF2-40B4-BE49-F238E27FC236}">
                  <a16:creationId xmlns:a16="http://schemas.microsoft.com/office/drawing/2014/main" id="{B8D04F03-97A5-8ED7-2614-E446CB78B01C}"/>
                </a:ext>
              </a:extLst>
            </p:cNvPr>
            <p:cNvSpPr/>
            <p:nvPr/>
          </p:nvSpPr>
          <p:spPr>
            <a:xfrm>
              <a:off x="813241" y="2099096"/>
              <a:ext cx="613975" cy="613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38" tIns="182838" rIns="182838" bIns="182838" anchor="ctr" anchorCtr="0">
              <a:noAutofit/>
            </a:bodyPr>
            <a:lstStyle/>
            <a:p>
              <a:endParaRPr sz="3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1EECF6-6D56-3BCE-CB50-E516BB6F577F}"/>
                </a:ext>
              </a:extLst>
            </p:cNvPr>
            <p:cNvSpPr txBox="1"/>
            <p:nvPr/>
          </p:nvSpPr>
          <p:spPr>
            <a:xfrm>
              <a:off x="761807" y="2234439"/>
              <a:ext cx="703261" cy="36236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10799" b="1" dirty="0">
                  <a:latin typeface="Phenomena Black" panose="00000A00000000000000" pitchFamily="50" charset="-52"/>
                </a:rPr>
                <a:t>0</a:t>
              </a:r>
              <a:r>
                <a:rPr lang="bg-BG" sz="10799" b="1" dirty="0">
                  <a:latin typeface="Phenomena Black" panose="00000A00000000000000" pitchFamily="50" charset="-52"/>
                </a:rPr>
                <a:t>2</a:t>
              </a:r>
              <a:endParaRPr lang="en-US" sz="9600" b="1" dirty="0">
                <a:latin typeface="Phenomena Black" panose="00000A00000000000000" pitchFamily="50" charset="-52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D29C81-3F7F-DC8E-1A3D-1CF4D4E0C8B0}"/>
              </a:ext>
            </a:extLst>
          </p:cNvPr>
          <p:cNvGrpSpPr/>
          <p:nvPr/>
        </p:nvGrpSpPr>
        <p:grpSpPr>
          <a:xfrm>
            <a:off x="-14724448" y="9487731"/>
            <a:ext cx="3493755" cy="2972260"/>
            <a:chOff x="756722" y="2811160"/>
            <a:chExt cx="721699" cy="613975"/>
          </a:xfrm>
        </p:grpSpPr>
        <p:sp>
          <p:nvSpPr>
            <p:cNvPr id="15" name="Google Shape;222;p33">
              <a:hlinkClick r:id="" action="ppaction://noaction"/>
              <a:extLst>
                <a:ext uri="{FF2B5EF4-FFF2-40B4-BE49-F238E27FC236}">
                  <a16:creationId xmlns:a16="http://schemas.microsoft.com/office/drawing/2014/main" id="{6E4582AB-D9C4-F65F-7E19-610D7CFE9849}"/>
                </a:ext>
              </a:extLst>
            </p:cNvPr>
            <p:cNvSpPr/>
            <p:nvPr/>
          </p:nvSpPr>
          <p:spPr>
            <a:xfrm>
              <a:off x="810584" y="2811160"/>
              <a:ext cx="613975" cy="6139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82838" tIns="182838" rIns="182838" bIns="182838" anchor="ctr" anchorCtr="0">
              <a:noAutofit/>
            </a:bodyPr>
            <a:lstStyle/>
            <a:p>
              <a:endParaRPr sz="36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8074FB-F5AA-D75F-8F4C-5DCFA19745ED}"/>
                </a:ext>
              </a:extLst>
            </p:cNvPr>
            <p:cNvSpPr txBox="1"/>
            <p:nvPr/>
          </p:nvSpPr>
          <p:spPr>
            <a:xfrm>
              <a:off x="756722" y="2946504"/>
              <a:ext cx="721699" cy="36236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10799" b="1" dirty="0">
                  <a:solidFill>
                    <a:srgbClr val="FEF6F0"/>
                  </a:solidFill>
                  <a:latin typeface="Phenomena Black" panose="00000A00000000000000" pitchFamily="50" charset="-52"/>
                </a:rPr>
                <a:t>0</a:t>
              </a:r>
              <a:r>
                <a:rPr lang="bg-BG" sz="10799" b="1" dirty="0">
                  <a:solidFill>
                    <a:srgbClr val="FEF6F0"/>
                  </a:solidFill>
                  <a:latin typeface="Phenomena Black" panose="00000A00000000000000" pitchFamily="50" charset="-52"/>
                </a:rPr>
                <a:t>3</a:t>
              </a:r>
              <a:endParaRPr lang="en-US" sz="9600" b="1" dirty="0">
                <a:solidFill>
                  <a:srgbClr val="FEF6F0"/>
                </a:solidFill>
                <a:latin typeface="Phenomena Black" panose="00000A00000000000000" pitchFamily="50" charset="-52"/>
              </a:endParaRPr>
            </a:p>
          </p:txBody>
        </p:sp>
      </p:grp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D39B1DDA-2E23-34E1-2F5C-EA40B2B7236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22" y="3888991"/>
            <a:ext cx="9417037" cy="627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6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F1C0D16F-23BB-4179-B0B3-7B4EB6DE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1" y="602238"/>
            <a:ext cx="17896344" cy="1444835"/>
          </a:xfrm>
        </p:spPr>
        <p:txBody>
          <a:bodyPr/>
          <a:lstStyle/>
          <a:p>
            <a:r>
              <a:rPr lang="en-US" b="1" dirty="0"/>
              <a:t>Content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55CB17-F52B-406C-BBBF-C3008E1CB015}"/>
              </a:ext>
            </a:extLst>
          </p:cNvPr>
          <p:cNvGrpSpPr/>
          <p:nvPr/>
        </p:nvGrpSpPr>
        <p:grpSpPr>
          <a:xfrm>
            <a:off x="2174034" y="2780857"/>
            <a:ext cx="3404500" cy="2972260"/>
            <a:chOff x="759115" y="1338128"/>
            <a:chExt cx="703262" cy="613975"/>
          </a:xfrm>
        </p:grpSpPr>
        <p:sp>
          <p:nvSpPr>
            <p:cNvPr id="7" name="Google Shape;222;p33">
              <a:hlinkClick r:id="" action="ppaction://noaction"/>
              <a:extLst>
                <a:ext uri="{FF2B5EF4-FFF2-40B4-BE49-F238E27FC236}">
                  <a16:creationId xmlns:a16="http://schemas.microsoft.com/office/drawing/2014/main" id="{4E66EF01-3035-43D1-AD93-C58CEB8AE6AC}"/>
                </a:ext>
              </a:extLst>
            </p:cNvPr>
            <p:cNvSpPr/>
            <p:nvPr/>
          </p:nvSpPr>
          <p:spPr>
            <a:xfrm>
              <a:off x="805783" y="1338128"/>
              <a:ext cx="613975" cy="6139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82838" tIns="182838" rIns="182838" bIns="182838" anchor="ctr" anchorCtr="0">
              <a:noAutofit/>
            </a:bodyPr>
            <a:lstStyle/>
            <a:p>
              <a:endParaRPr sz="36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948AFF-3196-410C-AA97-74CAA188AE43}"/>
                </a:ext>
              </a:extLst>
            </p:cNvPr>
            <p:cNvSpPr txBox="1"/>
            <p:nvPr/>
          </p:nvSpPr>
          <p:spPr>
            <a:xfrm>
              <a:off x="759115" y="1473203"/>
              <a:ext cx="703262" cy="36236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10799" b="1" dirty="0">
                  <a:solidFill>
                    <a:srgbClr val="FEF6F0"/>
                  </a:solidFill>
                  <a:latin typeface="Phenomena Black" panose="00000A00000000000000" pitchFamily="50" charset="-52"/>
                </a:rPr>
                <a:t>01</a:t>
              </a:r>
              <a:endParaRPr lang="en-US" sz="9600" b="1" dirty="0">
                <a:solidFill>
                  <a:srgbClr val="FEF6F0"/>
                </a:solidFill>
                <a:latin typeface="Phenomena Black" panose="00000A00000000000000" pitchFamily="50" charset="-52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B5DB26D-1DBF-4967-87D7-EBB7F32199DF}"/>
              </a:ext>
            </a:extLst>
          </p:cNvPr>
          <p:cNvSpPr txBox="1"/>
          <p:nvPr/>
        </p:nvSpPr>
        <p:spPr>
          <a:xfrm>
            <a:off x="5907154" y="3557848"/>
            <a:ext cx="11288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Phenomena Bold" panose="00000800000000000000" pitchFamily="50" charset="-52"/>
              </a:rPr>
              <a:t>Git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B22B585-0713-4A97-85A5-4CE35241AF43}"/>
              </a:ext>
            </a:extLst>
          </p:cNvPr>
          <p:cNvGrpSpPr/>
          <p:nvPr/>
        </p:nvGrpSpPr>
        <p:grpSpPr>
          <a:xfrm>
            <a:off x="2174038" y="6094087"/>
            <a:ext cx="3404496" cy="2972263"/>
            <a:chOff x="761807" y="2099096"/>
            <a:chExt cx="703261" cy="613975"/>
          </a:xfrm>
        </p:grpSpPr>
        <p:sp>
          <p:nvSpPr>
            <p:cNvPr id="11" name="Google Shape;227;p33">
              <a:hlinkClick r:id="" action="ppaction://noaction"/>
              <a:extLst>
                <a:ext uri="{FF2B5EF4-FFF2-40B4-BE49-F238E27FC236}">
                  <a16:creationId xmlns:a16="http://schemas.microsoft.com/office/drawing/2014/main" id="{5E4B6A86-7E69-4535-AA65-56678CBE839A}"/>
                </a:ext>
              </a:extLst>
            </p:cNvPr>
            <p:cNvSpPr/>
            <p:nvPr/>
          </p:nvSpPr>
          <p:spPr>
            <a:xfrm>
              <a:off x="813241" y="2099096"/>
              <a:ext cx="613975" cy="613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38" tIns="182838" rIns="182838" bIns="182838" anchor="ctr" anchorCtr="0">
              <a:noAutofit/>
            </a:bodyPr>
            <a:lstStyle/>
            <a:p>
              <a:endParaRPr sz="36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CF9C6D-4A8E-4299-9121-BCEEAB7924AC}"/>
                </a:ext>
              </a:extLst>
            </p:cNvPr>
            <p:cNvSpPr txBox="1"/>
            <p:nvPr/>
          </p:nvSpPr>
          <p:spPr>
            <a:xfrm>
              <a:off x="761807" y="2234439"/>
              <a:ext cx="703261" cy="36236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10799" b="1" dirty="0">
                  <a:latin typeface="Phenomena Black" panose="00000A00000000000000" pitchFamily="50" charset="-52"/>
                </a:rPr>
                <a:t>0</a:t>
              </a:r>
              <a:r>
                <a:rPr lang="bg-BG" sz="10799" b="1" dirty="0">
                  <a:latin typeface="Phenomena Black" panose="00000A00000000000000" pitchFamily="50" charset="-52"/>
                </a:rPr>
                <a:t>2</a:t>
              </a:r>
              <a:endParaRPr lang="en-US" sz="9600" b="1" dirty="0">
                <a:latin typeface="Phenomena Black" panose="00000A00000000000000" pitchFamily="50" charset="-52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7A72A38-E778-460E-ACFA-B837A87CAD1B}"/>
              </a:ext>
            </a:extLst>
          </p:cNvPr>
          <p:cNvSpPr txBox="1"/>
          <p:nvPr/>
        </p:nvSpPr>
        <p:spPr>
          <a:xfrm>
            <a:off x="5907155" y="6836011"/>
            <a:ext cx="14141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Phenomena Bold" panose="00000800000000000000" pitchFamily="50" charset="-52"/>
              </a:rPr>
              <a:t>Terminology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F23B6D-6F0C-4DE1-A806-F2AE564FB8CB}"/>
              </a:ext>
            </a:extLst>
          </p:cNvPr>
          <p:cNvGrpSpPr/>
          <p:nvPr/>
        </p:nvGrpSpPr>
        <p:grpSpPr>
          <a:xfrm>
            <a:off x="2152651" y="9487731"/>
            <a:ext cx="3493755" cy="2972260"/>
            <a:chOff x="756722" y="2811160"/>
            <a:chExt cx="721699" cy="613975"/>
          </a:xfrm>
        </p:grpSpPr>
        <p:sp>
          <p:nvSpPr>
            <p:cNvPr id="15" name="Google Shape;222;p33">
              <a:hlinkClick r:id="" action="ppaction://noaction"/>
              <a:extLst>
                <a:ext uri="{FF2B5EF4-FFF2-40B4-BE49-F238E27FC236}">
                  <a16:creationId xmlns:a16="http://schemas.microsoft.com/office/drawing/2014/main" id="{D7DA2FD2-2D46-4A01-BE8C-D9341741F868}"/>
                </a:ext>
              </a:extLst>
            </p:cNvPr>
            <p:cNvSpPr/>
            <p:nvPr/>
          </p:nvSpPr>
          <p:spPr>
            <a:xfrm>
              <a:off x="810584" y="2811160"/>
              <a:ext cx="613975" cy="6139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82838" tIns="182838" rIns="182838" bIns="182838" anchor="ctr" anchorCtr="0">
              <a:noAutofit/>
            </a:bodyPr>
            <a:lstStyle/>
            <a:p>
              <a:endParaRPr sz="36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6CED7B-1794-4496-9377-2DAAF3B6D4FA}"/>
                </a:ext>
              </a:extLst>
            </p:cNvPr>
            <p:cNvSpPr txBox="1"/>
            <p:nvPr/>
          </p:nvSpPr>
          <p:spPr>
            <a:xfrm>
              <a:off x="756722" y="2946504"/>
              <a:ext cx="721699" cy="36236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10799" b="1" dirty="0">
                  <a:solidFill>
                    <a:srgbClr val="FEF6F0"/>
                  </a:solidFill>
                  <a:latin typeface="Phenomena Black" panose="00000A00000000000000" pitchFamily="50" charset="-52"/>
                </a:rPr>
                <a:t>0</a:t>
              </a:r>
              <a:r>
                <a:rPr lang="bg-BG" sz="10799" b="1" dirty="0">
                  <a:solidFill>
                    <a:srgbClr val="FEF6F0"/>
                  </a:solidFill>
                  <a:latin typeface="Phenomena Black" panose="00000A00000000000000" pitchFamily="50" charset="-52"/>
                </a:rPr>
                <a:t>3</a:t>
              </a:r>
              <a:endParaRPr lang="en-US" sz="9600" b="1" dirty="0">
                <a:solidFill>
                  <a:srgbClr val="FEF6F0"/>
                </a:solidFill>
                <a:latin typeface="Phenomena Black" panose="00000A00000000000000" pitchFamily="50" charset="-52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4030532-50E0-4D10-B6E5-53D8EC83672B}"/>
              </a:ext>
            </a:extLst>
          </p:cNvPr>
          <p:cNvSpPr txBox="1"/>
          <p:nvPr/>
        </p:nvSpPr>
        <p:spPr>
          <a:xfrm>
            <a:off x="5907154" y="10266026"/>
            <a:ext cx="13503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Phenomena Bold" panose="00000800000000000000" pitchFamily="50" charset="-52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3177085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0C8AC-8E52-BC74-20BD-EAC083345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69EA3-DD04-3CA4-B108-47F3E33D9F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4213C-3CFF-3E90-5121-81059A899B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Distributed version control system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9AAA9AB-AB84-CC0D-8D94-33D6C32B7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58" y="4406468"/>
            <a:ext cx="8749553" cy="365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00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2D88DC-3DFB-7440-ACB4-40C6CC26B4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Version control ≈ Software Configuration </a:t>
            </a:r>
            <a:br>
              <a:rPr lang="en-US" dirty="0"/>
            </a:br>
            <a:r>
              <a:rPr lang="en-US" dirty="0"/>
              <a:t>Management (SCM) ≈ source control system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techniques, practices and tools for working </a:t>
            </a:r>
            <a:br>
              <a:rPr lang="en-US" dirty="0"/>
            </a:br>
            <a:r>
              <a:rPr lang="en-US" dirty="0"/>
              <a:t>on shared source code and files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Mechanisms for management, control and </a:t>
            </a:r>
            <a:br>
              <a:rPr lang="en-US" dirty="0"/>
            </a:br>
            <a:r>
              <a:rPr lang="en-US" dirty="0"/>
              <a:t>tracking the changes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Defines the process of change management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Keeps track of what is happening in the project over time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Solves conflicts in the changes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D10D9B-6AEC-C621-C9D6-8E1D0E3AA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Source 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278356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380090-B02F-7829-3BEC-3F2928854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Version control systems keep their own change </a:t>
            </a:r>
            <a:br>
              <a:rPr lang="en-US" dirty="0"/>
            </a:br>
            <a:r>
              <a:rPr lang="en-US" dirty="0"/>
              <a:t>log (version history)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Who?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When?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Why?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What had been changed?</a:t>
            </a:r>
          </a:p>
          <a:p>
            <a:r>
              <a:rPr lang="en-US" dirty="0"/>
              <a:t>Old versions can be restored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81D566-2024-A199-8186-8AB92513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Log</a:t>
            </a:r>
          </a:p>
        </p:txBody>
      </p:sp>
    </p:spTree>
    <p:extLst>
      <p:ext uri="{BB962C8B-B14F-4D97-AF65-F5344CB8AC3E}">
        <p14:creationId xmlns:p14="http://schemas.microsoft.com/office/powerpoint/2010/main" val="363415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4354B-3306-45AD-E01D-38D09B5B25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Git == distributed source-control system</a:t>
            </a:r>
          </a:p>
          <a:p>
            <a:pPr marL="1600154" lvl="1" indent="-685800">
              <a:buFont typeface="Arial" panose="020B0604020202020204" pitchFamily="34" charset="0"/>
              <a:buChar char="•"/>
            </a:pPr>
            <a:r>
              <a:rPr lang="en-US" sz="5400" dirty="0"/>
              <a:t>The most popular in the world</a:t>
            </a:r>
          </a:p>
          <a:p>
            <a:pPr marL="1600154" lvl="1" indent="-685800">
              <a:buFont typeface="Arial" panose="020B0604020202020204" pitchFamily="34" charset="0"/>
              <a:buChar char="•"/>
            </a:pPr>
            <a:r>
              <a:rPr lang="en-US" sz="5400" dirty="0"/>
              <a:t>Free, open-source software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Works with local and remote repositories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Git bash – command line interface for Git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Runs on Linux, macOS and Windows (</a:t>
            </a:r>
            <a:r>
              <a:rPr lang="en-US" sz="5400" dirty="0" err="1"/>
              <a:t>msysGit</a:t>
            </a:r>
            <a:r>
              <a:rPr lang="en-US" sz="5400" dirty="0"/>
              <a:t>)</a:t>
            </a:r>
          </a:p>
          <a:p>
            <a:pPr marL="1600154" lvl="1" indent="-685800">
              <a:buFont typeface="Arial" panose="020B0604020202020204" pitchFamily="34" charset="0"/>
              <a:buChar char="•"/>
            </a:pPr>
            <a:r>
              <a:rPr lang="en-US" sz="5400" dirty="0"/>
              <a:t>https://git-scm.com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5BBB72-3D45-BB48-65F6-C54C3377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227B37-622A-062E-8D38-B8D8CA3D2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0305" y="9448800"/>
            <a:ext cx="6719606" cy="280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87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3C88B6-89B4-4A51-8576-E8D3BA9EF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  <a:r>
              <a:rPr lang="bg-BG" dirty="0"/>
              <a:t> </a:t>
            </a:r>
            <a:r>
              <a:rPr lang="en-US" dirty="0"/>
              <a:t>for creating git</a:t>
            </a:r>
            <a:endParaRPr lang="bg-B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516273-EA95-47E2-942D-274E7742DB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FAST</a:t>
            </a:r>
          </a:p>
          <a:p>
            <a:r>
              <a:rPr lang="en-US" dirty="0"/>
              <a:t>Support distributed workflow</a:t>
            </a:r>
          </a:p>
          <a:p>
            <a:r>
              <a:rPr lang="en-US" dirty="0"/>
              <a:t>Provide safeguards against accidental </a:t>
            </a:r>
            <a:br>
              <a:rPr lang="en-US" dirty="0"/>
            </a:br>
            <a:r>
              <a:rPr lang="en-US" dirty="0"/>
              <a:t>data corruption</a:t>
            </a:r>
          </a:p>
          <a:p>
            <a:r>
              <a:rPr lang="en-US" dirty="0"/>
              <a:t>Missing!: EASY TO USE</a:t>
            </a:r>
            <a:endParaRPr lang="bg-BG" dirty="0"/>
          </a:p>
        </p:txBody>
      </p:sp>
      <p:pic>
        <p:nvPicPr>
          <p:cNvPr id="1026" name="Picture 2" descr="Lc3 2018 (263682303) (cropped).jpeg">
            <a:extLst>
              <a:ext uri="{FF2B5EF4-FFF2-40B4-BE49-F238E27FC236}">
                <a16:creationId xmlns:a16="http://schemas.microsoft.com/office/drawing/2014/main" id="{4494DE1F-E8A9-4F2D-AB62-6D3AD31DC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487565" y="4432940"/>
            <a:ext cx="5881053" cy="801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6D31B9-D47D-42F3-B68A-A822B1410C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17456">
            <a:off x="17889587" y="6944872"/>
            <a:ext cx="3661166" cy="236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8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85120-B7FD-4070-832C-DFC0E77106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git rebase --onto origin/master HEAD~5 HEAD</a:t>
            </a:r>
          </a:p>
          <a:p>
            <a:r>
              <a:rPr lang="en-US" dirty="0"/>
              <a:t>git </a:t>
            </a:r>
            <a:r>
              <a:rPr lang="en-US" dirty="0" err="1"/>
              <a:t>rerere</a:t>
            </a:r>
            <a:r>
              <a:rPr lang="en-US" dirty="0"/>
              <a:t> forget foo/bar.js</a:t>
            </a:r>
          </a:p>
          <a:p>
            <a:r>
              <a:rPr lang="en-US" dirty="0"/>
              <a:t>git checkout &lt;</a:t>
            </a:r>
            <a:r>
              <a:rPr lang="en-US" dirty="0" err="1"/>
              <a:t>branchName</a:t>
            </a:r>
            <a:r>
              <a:rPr lang="en-US" dirty="0"/>
              <a:t>&gt;</a:t>
            </a:r>
          </a:p>
          <a:p>
            <a:r>
              <a:rPr lang="en-US" dirty="0"/>
              <a:t>git checkout -b &lt;</a:t>
            </a:r>
            <a:r>
              <a:rPr lang="en-US" dirty="0" err="1"/>
              <a:t>newbranch</a:t>
            </a:r>
            <a:r>
              <a:rPr lang="en-US"/>
              <a:t>&gt;</a:t>
            </a:r>
            <a:endParaRPr lang="en-US" dirty="0"/>
          </a:p>
          <a:p>
            <a:r>
              <a:rPr lang="en-US" dirty="0"/>
              <a:t>git checkout -- foo/bar.js</a:t>
            </a:r>
          </a:p>
          <a:p>
            <a:r>
              <a:rPr lang="en-US" dirty="0"/>
              <a:t>git checkout origin/master changed_file.js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133E7C-3683-457B-A269-592066D3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strange commands</a:t>
            </a:r>
          </a:p>
        </p:txBody>
      </p:sp>
    </p:spTree>
    <p:extLst>
      <p:ext uri="{BB962C8B-B14F-4D97-AF65-F5344CB8AC3E}">
        <p14:creationId xmlns:p14="http://schemas.microsoft.com/office/powerpoint/2010/main" val="163278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85120-B7FD-4070-832C-DFC0E77106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Forward-port local commits to the updated </a:t>
            </a:r>
            <a:br>
              <a:rPr lang="en-US" dirty="0"/>
            </a:br>
            <a:r>
              <a:rPr lang="en-US" dirty="0"/>
              <a:t>upstream head</a:t>
            </a:r>
          </a:p>
          <a:p>
            <a:r>
              <a:rPr lang="en-US" dirty="0"/>
              <a:t>Join two or more development histories together</a:t>
            </a:r>
          </a:p>
          <a:p>
            <a:r>
              <a:rPr lang="en-US" dirty="0"/>
              <a:t>Projects remote statuses to post-interpolated or multi-configured indexed submodules</a:t>
            </a:r>
          </a:p>
          <a:p>
            <a:r>
              <a:rPr lang="en-US" dirty="0"/>
              <a:t>Update remote refs along with associated objects</a:t>
            </a:r>
          </a:p>
          <a:p>
            <a:r>
              <a:rPr lang="en-US" dirty="0"/>
              <a:t>Fetches local stages using downstream backups</a:t>
            </a:r>
          </a:p>
          <a:p>
            <a:r>
              <a:rPr lang="en-US" dirty="0">
                <a:hlinkClick r:id="rId2"/>
              </a:rPr>
              <a:t>https://git-man-page-generator.lokaltog.net/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133E7C-3683-457B-A269-592066D3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strange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66428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79699-605B-4337-852A-83DF3A0C7A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Open-Source World</a:t>
            </a:r>
          </a:p>
          <a:p>
            <a:r>
              <a:rPr lang="en-US" dirty="0"/>
              <a:t>Developers are globally distributed</a:t>
            </a:r>
          </a:p>
          <a:p>
            <a:r>
              <a:rPr lang="en-US" dirty="0"/>
              <a:t>Not centralized -&gt; operations are performed against the server</a:t>
            </a:r>
          </a:p>
          <a:p>
            <a:r>
              <a:rPr lang="en-US" dirty="0"/>
              <a:t>Each user has an independent local copy</a:t>
            </a:r>
          </a:p>
          <a:p>
            <a:r>
              <a:rPr lang="en-US" dirty="0"/>
              <a:t>Operations are performed in the local repository</a:t>
            </a:r>
          </a:p>
          <a:p>
            <a:r>
              <a:rPr lang="en-US" dirty="0"/>
              <a:t>Publish your work independent of committing them</a:t>
            </a:r>
          </a:p>
          <a:p>
            <a:r>
              <a:rPr lang="en-US" dirty="0"/>
              <a:t>Two changes must be merged to ensure consistency</a:t>
            </a:r>
          </a:p>
          <a:p>
            <a:r>
              <a:rPr lang="en-US" dirty="0"/>
              <a:t>Everything stays in the history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4D780-E4BE-4FF6-A0C3-C3DD42C5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Version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421431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553EF-A5A9-449F-BEC3-D6B39C2DF6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DAG =&gt; Directed Acyclic Graph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C9CEC-81EB-46BA-B2D3-88ADED4D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Graph?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E3514F-AD64-46A3-B2CD-2D40569ECF78}"/>
              </a:ext>
            </a:extLst>
          </p:cNvPr>
          <p:cNvSpPr/>
          <p:nvPr/>
        </p:nvSpPr>
        <p:spPr>
          <a:xfrm>
            <a:off x="3438714" y="8897647"/>
            <a:ext cx="2197405" cy="2197405"/>
          </a:xfrm>
          <a:prstGeom prst="ellipse">
            <a:avLst/>
          </a:prstGeom>
          <a:ln w="12700">
            <a:solidFill>
              <a:schemeClr val="tx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FB67FA-1A67-44E3-9A12-FBD0242F1FE5}"/>
              </a:ext>
            </a:extLst>
          </p:cNvPr>
          <p:cNvSpPr/>
          <p:nvPr/>
        </p:nvSpPr>
        <p:spPr>
          <a:xfrm>
            <a:off x="7250214" y="8897647"/>
            <a:ext cx="2197405" cy="2197405"/>
          </a:xfrm>
          <a:prstGeom prst="ellipse">
            <a:avLst/>
          </a:prstGeom>
          <a:ln w="12700">
            <a:solidFill>
              <a:schemeClr val="tx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AF9BF7-4BF4-4B4C-A17F-911D06030128}"/>
              </a:ext>
            </a:extLst>
          </p:cNvPr>
          <p:cNvSpPr/>
          <p:nvPr/>
        </p:nvSpPr>
        <p:spPr>
          <a:xfrm>
            <a:off x="11061714" y="8897647"/>
            <a:ext cx="2197405" cy="2197405"/>
          </a:xfrm>
          <a:prstGeom prst="ellipse">
            <a:avLst/>
          </a:prstGeom>
          <a:ln w="12700">
            <a:solidFill>
              <a:schemeClr val="tx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A058F9-0187-4CA0-A207-6F0E44DE9986}"/>
              </a:ext>
            </a:extLst>
          </p:cNvPr>
          <p:cNvSpPr/>
          <p:nvPr/>
        </p:nvSpPr>
        <p:spPr>
          <a:xfrm>
            <a:off x="14873211" y="5086139"/>
            <a:ext cx="2197405" cy="2197405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tx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4AE530B-7DD8-4873-B481-DDB3F9C1B214}"/>
              </a:ext>
            </a:extLst>
          </p:cNvPr>
          <p:cNvSpPr/>
          <p:nvPr/>
        </p:nvSpPr>
        <p:spPr>
          <a:xfrm>
            <a:off x="18684715" y="8897647"/>
            <a:ext cx="2197405" cy="219740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EA6EEB-AD60-474B-9F2E-0CEEC0EF5088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5636119" y="9996350"/>
            <a:ext cx="1614095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1FD79A-9EEF-4CE2-ACEA-7567E8E32CA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9447619" y="9996350"/>
            <a:ext cx="1614095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6339D3-A352-4ACA-8B5C-5554097D5F05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12937316" y="6961741"/>
            <a:ext cx="2257699" cy="2257709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1D53AE-C071-4E08-8C29-878D78026C6B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16748813" y="6961741"/>
            <a:ext cx="2257705" cy="2257709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45E156-C54C-4553-98B5-91147FA833DD}"/>
              </a:ext>
            </a:extLst>
          </p:cNvPr>
          <p:cNvCxnSpPr>
            <a:cxnSpLocks/>
            <a:stCxn id="6" idx="6"/>
            <a:endCxn id="27" idx="2"/>
          </p:cNvCxnSpPr>
          <p:nvPr/>
        </p:nvCxnSpPr>
        <p:spPr>
          <a:xfrm>
            <a:off x="13259118" y="9996350"/>
            <a:ext cx="1614091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94EF902-7253-4E42-8B44-646EED70E757}"/>
              </a:ext>
            </a:extLst>
          </p:cNvPr>
          <p:cNvSpPr/>
          <p:nvPr/>
        </p:nvSpPr>
        <p:spPr>
          <a:xfrm>
            <a:off x="14873209" y="8897647"/>
            <a:ext cx="2197405" cy="219740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8094435-EA3D-45C5-A628-F4BA7FF5AEB1}"/>
              </a:ext>
            </a:extLst>
          </p:cNvPr>
          <p:cNvCxnSpPr>
            <a:cxnSpLocks/>
            <a:stCxn id="27" idx="6"/>
            <a:endCxn id="8" idx="2"/>
          </p:cNvCxnSpPr>
          <p:nvPr/>
        </p:nvCxnSpPr>
        <p:spPr>
          <a:xfrm>
            <a:off x="17070615" y="9996350"/>
            <a:ext cx="1614101" cy="0"/>
          </a:xfrm>
          <a:prstGeom prst="straightConnector1">
            <a:avLst/>
          </a:prstGeom>
          <a:ln w="762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C668F740-867C-4FA8-A3EC-F6BA20B541C8}"/>
              </a:ext>
            </a:extLst>
          </p:cNvPr>
          <p:cNvCxnSpPr>
            <a:cxnSpLocks/>
            <a:stCxn id="6" idx="0"/>
            <a:endCxn id="4" idx="0"/>
          </p:cNvCxnSpPr>
          <p:nvPr/>
        </p:nvCxnSpPr>
        <p:spPr>
          <a:xfrm rot="16200000" flipV="1">
            <a:off x="8348916" y="5086147"/>
            <a:ext cx="25398" cy="7623000"/>
          </a:xfrm>
          <a:prstGeom prst="curvedConnector3">
            <a:avLst>
              <a:gd name="adj1" fmla="val 10721740"/>
            </a:avLst>
          </a:prstGeom>
          <a:ln w="571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34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C6E3D9-D8C7-17C4-0FA5-6B493368B6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685800" indent="-685800">
              <a:buChar char="•"/>
            </a:pPr>
            <a:r>
              <a:rPr lang="en-US" dirty="0"/>
              <a:t>Cloning an existing </a:t>
            </a:r>
            <a:r>
              <a:rPr lang="en-US" noProof="1"/>
              <a:t>Git</a:t>
            </a:r>
            <a:r>
              <a:rPr lang="en-US" dirty="0"/>
              <a:t> repository</a:t>
            </a:r>
          </a:p>
          <a:p>
            <a:pPr marL="1600154" lvl="1" indent="-685800">
              <a:buChar char="•"/>
            </a:pPr>
            <a:r>
              <a:rPr lang="en-US" noProof="1"/>
              <a:t>git clone [url]</a:t>
            </a:r>
          </a:p>
          <a:p>
            <a:pPr marL="685800" indent="-685800">
              <a:buChar char="•"/>
            </a:pPr>
            <a:endParaRPr lang="en-US" dirty="0"/>
          </a:p>
          <a:p>
            <a:pPr marL="685800" indent="-685800">
              <a:buChar char="•"/>
            </a:pPr>
            <a:r>
              <a:rPr lang="en-US" dirty="0"/>
              <a:t>Fetch and merge the latest changes from the remote repository</a:t>
            </a:r>
          </a:p>
          <a:p>
            <a:pPr marL="1600154" lvl="1" indent="-685800">
              <a:buChar char="•"/>
            </a:pPr>
            <a:r>
              <a:rPr lang="en-US" dirty="0"/>
              <a:t>git pull</a:t>
            </a:r>
          </a:p>
          <a:p>
            <a:pPr marL="685800" indent="-685800">
              <a:buChar char="•"/>
            </a:pPr>
            <a:endParaRPr lang="en-US" dirty="0"/>
          </a:p>
          <a:p>
            <a:pPr marL="685800" indent="-685800">
              <a:buChar char="•"/>
            </a:pPr>
            <a:r>
              <a:rPr lang="en-US" dirty="0"/>
              <a:t>Preparing (adding / selecting) files for a commit</a:t>
            </a:r>
          </a:p>
          <a:p>
            <a:pPr marL="1600154" lvl="1" indent="-685800">
              <a:buChar char="•"/>
            </a:pPr>
            <a:r>
              <a:rPr lang="en-US" dirty="0"/>
              <a:t>git add [file] (git add . - adds every change)</a:t>
            </a:r>
          </a:p>
          <a:p>
            <a:pPr marL="685800" indent="-685800">
              <a:buChar char="•"/>
            </a:pPr>
            <a:endParaRPr lang="en-US" dirty="0"/>
          </a:p>
          <a:p>
            <a:pPr marL="685800" indent="-685800">
              <a:buChar char="•"/>
            </a:pPr>
            <a:r>
              <a:rPr lang="en-US" dirty="0"/>
              <a:t>Committing to the local repository</a:t>
            </a:r>
          </a:p>
          <a:p>
            <a:pPr marL="1600154" lvl="1" indent="-685800">
              <a:buChar char="•"/>
            </a:pPr>
            <a:r>
              <a:rPr lang="en-US" dirty="0"/>
              <a:t>git commit -m "[message]"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3CC896-CABA-7BB5-2027-529799D28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</a:p>
        </p:txBody>
      </p:sp>
    </p:spTree>
    <p:extLst>
      <p:ext uri="{BB962C8B-B14F-4D97-AF65-F5344CB8AC3E}">
        <p14:creationId xmlns:p14="http://schemas.microsoft.com/office/powerpoint/2010/main" val="226140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1473D8-C858-42BC-5750-CB6F4A509E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Check the status of your local repository</a:t>
            </a:r>
          </a:p>
          <a:p>
            <a:pPr marL="1600154" lvl="1" indent="-685800">
              <a:buFont typeface="Arial" panose="020B0604020202020204" pitchFamily="34" charset="0"/>
              <a:buChar char="•"/>
            </a:pPr>
            <a:r>
              <a:rPr lang="en-US" dirty="0"/>
              <a:t>git status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Creating a new local repository (in the current directory)</a:t>
            </a:r>
          </a:p>
          <a:p>
            <a:pPr marL="1600154" lvl="1" indent="-685800">
              <a:buFont typeface="Arial" panose="020B0604020202020204" pitchFamily="34" charset="0"/>
              <a:buChar char="•"/>
            </a:pPr>
            <a:r>
              <a:rPr lang="en-US" dirty="0"/>
              <a:t>git </a:t>
            </a:r>
            <a:r>
              <a:rPr lang="en-US" dirty="0" err="1"/>
              <a:t>init</a:t>
            </a:r>
            <a:endParaRPr lang="en-US" dirty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Creating a remote (assign a short name for remote Git URL)</a:t>
            </a:r>
          </a:p>
          <a:p>
            <a:pPr marL="1600154" lvl="1" indent="-685800">
              <a:buFont typeface="Arial" panose="020B0604020202020204" pitchFamily="34" charset="0"/>
              <a:buChar char="•"/>
            </a:pPr>
            <a:r>
              <a:rPr lang="en-US" dirty="0"/>
              <a:t>git remote add [</a:t>
            </a:r>
            <a:r>
              <a:rPr lang="en-US" dirty="0" err="1"/>
              <a:t>remoteName</a:t>
            </a:r>
            <a:r>
              <a:rPr lang="en-US" dirty="0"/>
              <a:t>] [</a:t>
            </a:r>
            <a:r>
              <a:rPr lang="en-US" dirty="0" err="1"/>
              <a:t>remoteUrl</a:t>
            </a:r>
            <a:r>
              <a:rPr lang="en-US" dirty="0"/>
              <a:t>]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dirty="0"/>
              <a:t>Pushing to a remote (send changes to the remote repository)</a:t>
            </a:r>
          </a:p>
          <a:p>
            <a:pPr marL="1600154" lvl="1" indent="-685800">
              <a:buFont typeface="Arial" panose="020B0604020202020204" pitchFamily="34" charset="0"/>
              <a:buChar char="•"/>
            </a:pPr>
            <a:r>
              <a:rPr lang="en-US" dirty="0"/>
              <a:t>git push [</a:t>
            </a:r>
            <a:r>
              <a:rPr lang="en-US" dirty="0" err="1"/>
              <a:t>remoteName</a:t>
            </a:r>
            <a:r>
              <a:rPr lang="en-US" dirty="0"/>
              <a:t>] [</a:t>
            </a:r>
            <a:r>
              <a:rPr lang="en-US" dirty="0" err="1"/>
              <a:t>localName</a:t>
            </a:r>
            <a:r>
              <a:rPr lang="en-US" dirty="0"/>
              <a:t>]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7B2497-FC05-021E-3474-7A1AF513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</a:p>
        </p:txBody>
      </p:sp>
    </p:spTree>
    <p:extLst>
      <p:ext uri="{BB962C8B-B14F-4D97-AF65-F5344CB8AC3E}">
        <p14:creationId xmlns:p14="http://schemas.microsoft.com/office/powerpoint/2010/main" val="418412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525CB-E16A-4D90-AA48-46C202FE20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Exist at repository level</a:t>
            </a:r>
          </a:p>
          <a:p>
            <a:pPr lvl="1"/>
            <a:r>
              <a:rPr lang="en-US" dirty="0"/>
              <a:t>A branch applies to the entire repository</a:t>
            </a:r>
          </a:p>
          <a:p>
            <a:pPr lvl="1"/>
            <a:r>
              <a:rPr lang="en-US" dirty="0"/>
              <a:t>Unlike most centralized version control tools where branches exist inside the repository</a:t>
            </a:r>
          </a:p>
          <a:p>
            <a:endParaRPr lang="en-US" dirty="0"/>
          </a:p>
          <a:p>
            <a:r>
              <a:rPr lang="en-US" dirty="0"/>
              <a:t>Exceptionally lightweight</a:t>
            </a:r>
          </a:p>
          <a:p>
            <a:pPr lvl="1"/>
            <a:r>
              <a:rPr lang="en-US" dirty="0"/>
              <a:t>Implemented as a pointer to a commit in the graph</a:t>
            </a:r>
          </a:p>
          <a:p>
            <a:pPr lvl="1"/>
            <a:r>
              <a:rPr lang="en-US" dirty="0"/>
              <a:t>Exist only in the local repository until they are explicitly shared</a:t>
            </a:r>
          </a:p>
          <a:p>
            <a:pPr lvl="1"/>
            <a:r>
              <a:rPr lang="en-US" dirty="0"/>
              <a:t>Encourages feature branches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419D7-CD5F-4D66-9ECA-3E6027185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</p:spTree>
    <p:extLst>
      <p:ext uri="{BB962C8B-B14F-4D97-AF65-F5344CB8AC3E}">
        <p14:creationId xmlns:p14="http://schemas.microsoft.com/office/powerpoint/2010/main" val="66086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Checkout any commit</a:t>
            </a:r>
          </a:p>
          <a:p>
            <a:r>
              <a:rPr lang="en-US" dirty="0"/>
              <a:t>Checkout any tag</a:t>
            </a:r>
          </a:p>
          <a:p>
            <a:r>
              <a:rPr lang="en-US" dirty="0"/>
              <a:t>Checkout any remote branch</a:t>
            </a:r>
          </a:p>
          <a:p>
            <a:r>
              <a:rPr lang="en-US" dirty="0"/>
              <a:t>Performing an interactive rebase</a:t>
            </a:r>
          </a:p>
          <a:p>
            <a:r>
              <a:rPr lang="en-US" dirty="0"/>
              <a:t>	Your HEAD is detached, pointing not to a branch!</a:t>
            </a:r>
          </a:p>
          <a:p>
            <a:r>
              <a:rPr lang="en-US" dirty="0"/>
              <a:t>	Will soon be forgotten!</a:t>
            </a:r>
          </a:p>
          <a:p>
            <a:endParaRPr lang="en-US" dirty="0"/>
          </a:p>
          <a:p>
            <a:pPr lvl="1"/>
            <a:r>
              <a:rPr lang="en-US" dirty="0"/>
              <a:t>git checkout &lt;commit </a:t>
            </a:r>
            <a:r>
              <a:rPr lang="en-US" dirty="0" err="1"/>
              <a:t>sha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git checkout -b temp-branch</a:t>
            </a:r>
          </a:p>
          <a:p>
            <a:pPr lvl="1"/>
            <a:r>
              <a:rPr lang="en-US" dirty="0"/>
              <a:t>git merge &lt;target&gt;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Detached Head State</a:t>
            </a:r>
          </a:p>
        </p:txBody>
      </p:sp>
    </p:spTree>
    <p:extLst>
      <p:ext uri="{BB962C8B-B14F-4D97-AF65-F5344CB8AC3E}">
        <p14:creationId xmlns:p14="http://schemas.microsoft.com/office/powerpoint/2010/main" val="139135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When merging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9C5F0F-EC81-4350-B563-EF43D954D7D8}"/>
              </a:ext>
            </a:extLst>
          </p:cNvPr>
          <p:cNvSpPr/>
          <p:nvPr/>
        </p:nvSpPr>
        <p:spPr>
          <a:xfrm>
            <a:off x="3438715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143193-A803-4C78-A83A-6E8B4BD3CB02}"/>
              </a:ext>
            </a:extLst>
          </p:cNvPr>
          <p:cNvSpPr/>
          <p:nvPr/>
        </p:nvSpPr>
        <p:spPr>
          <a:xfrm>
            <a:off x="6310936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1081F6-8DFA-42C2-A16A-5508FE6D9951}"/>
              </a:ext>
            </a:extLst>
          </p:cNvPr>
          <p:cNvSpPr/>
          <p:nvPr/>
        </p:nvSpPr>
        <p:spPr>
          <a:xfrm>
            <a:off x="9183157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BC37EC-498E-451D-8D80-7DEE315C51C4}"/>
              </a:ext>
            </a:extLst>
          </p:cNvPr>
          <p:cNvSpPr/>
          <p:nvPr/>
        </p:nvSpPr>
        <p:spPr>
          <a:xfrm>
            <a:off x="12055376" y="7198154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AA875E-FCE5-4B77-A5BA-A395DCA91B93}"/>
              </a:ext>
            </a:extLst>
          </p:cNvPr>
          <p:cNvSpPr/>
          <p:nvPr/>
        </p:nvSpPr>
        <p:spPr>
          <a:xfrm>
            <a:off x="14927599" y="7198154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372FFF-59EA-415B-A5D3-71020C397BAD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14361103" y="8350079"/>
            <a:ext cx="566495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53C675-CD4D-4BBD-AAA6-9CA3DBDC8DDC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8616664" y="10591085"/>
            <a:ext cx="56649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6A0579-4CD7-4BEF-AE71-46DAE2FB6950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5744443" y="10591085"/>
            <a:ext cx="56649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Connetctor1">
            <a:extLst>
              <a:ext uri="{FF2B5EF4-FFF2-40B4-BE49-F238E27FC236}">
                <a16:creationId xmlns:a16="http://schemas.microsoft.com/office/drawing/2014/main" id="{99AA31C6-E360-4D2C-8CB5-32899DF8E93F}"/>
              </a:ext>
            </a:extLst>
          </p:cNvPr>
          <p:cNvCxnSpPr>
            <a:cxnSpLocks/>
            <a:stCxn id="8" idx="6"/>
            <a:endCxn id="11" idx="3"/>
          </p:cNvCxnSpPr>
          <p:nvPr/>
        </p:nvCxnSpPr>
        <p:spPr>
          <a:xfrm flipV="1">
            <a:off x="11488884" y="9164614"/>
            <a:ext cx="904157" cy="142647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When merging</a:t>
            </a:r>
          </a:p>
          <a:p>
            <a:r>
              <a:rPr lang="en-US" dirty="0"/>
              <a:t>Fast forward merging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EC46BF-BA8D-4F0C-B02A-B52FBF4B4692}"/>
              </a:ext>
            </a:extLst>
          </p:cNvPr>
          <p:cNvSpPr/>
          <p:nvPr/>
        </p:nvSpPr>
        <p:spPr>
          <a:xfrm>
            <a:off x="12055376" y="9439160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783C87-4743-4C63-BD10-CB964E532543}"/>
              </a:ext>
            </a:extLst>
          </p:cNvPr>
          <p:cNvSpPr/>
          <p:nvPr/>
        </p:nvSpPr>
        <p:spPr>
          <a:xfrm>
            <a:off x="14927599" y="9439160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256FEF-48DD-40BD-9EF9-18F4E0FAC8CE}"/>
              </a:ext>
            </a:extLst>
          </p:cNvPr>
          <p:cNvSpPr/>
          <p:nvPr/>
        </p:nvSpPr>
        <p:spPr>
          <a:xfrm>
            <a:off x="3438715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5084BE-BB9E-4FAF-8F87-17BA8256F610}"/>
              </a:ext>
            </a:extLst>
          </p:cNvPr>
          <p:cNvSpPr/>
          <p:nvPr/>
        </p:nvSpPr>
        <p:spPr>
          <a:xfrm>
            <a:off x="6310936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0AA70F-677E-4B6E-B5E4-BFD6EA42E47D}"/>
              </a:ext>
            </a:extLst>
          </p:cNvPr>
          <p:cNvSpPr/>
          <p:nvPr/>
        </p:nvSpPr>
        <p:spPr>
          <a:xfrm>
            <a:off x="9183157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42989E-4AB9-444F-BA47-A9AC8E69D136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4361103" y="10591085"/>
            <a:ext cx="566495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255024-06A7-472B-AA44-8A65F10BA55C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8616664" y="10591085"/>
            <a:ext cx="56649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4BEC10-CCD8-4334-8F0E-8006B9904C4C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5744443" y="10591085"/>
            <a:ext cx="56649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Connetctor1">
            <a:extLst>
              <a:ext uri="{FF2B5EF4-FFF2-40B4-BE49-F238E27FC236}">
                <a16:creationId xmlns:a16="http://schemas.microsoft.com/office/drawing/2014/main" id="{D9659E1D-D1B7-4980-BC3D-FCE377B70199}"/>
              </a:ext>
            </a:extLst>
          </p:cNvPr>
          <p:cNvCxnSpPr>
            <a:cxnSpLocks/>
            <a:stCxn id="18" idx="6"/>
            <a:endCxn id="13" idx="2"/>
          </p:cNvCxnSpPr>
          <p:nvPr/>
        </p:nvCxnSpPr>
        <p:spPr>
          <a:xfrm>
            <a:off x="11488884" y="10591085"/>
            <a:ext cx="566491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04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git merge --no-ff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- No fast forward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2DC5E5-94BE-4DD3-ABF6-9ECAAD75E154}"/>
              </a:ext>
            </a:extLst>
          </p:cNvPr>
          <p:cNvSpPr/>
          <p:nvPr/>
        </p:nvSpPr>
        <p:spPr>
          <a:xfrm>
            <a:off x="18137484" y="9439160"/>
            <a:ext cx="2305728" cy="23038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6CA6820-45E9-4FC2-9D09-C18F07830C5C}"/>
              </a:ext>
            </a:extLst>
          </p:cNvPr>
          <p:cNvSpPr/>
          <p:nvPr/>
        </p:nvSpPr>
        <p:spPr>
          <a:xfrm>
            <a:off x="3438715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287833-9614-442C-BEF3-B79ED2E4935A}"/>
              </a:ext>
            </a:extLst>
          </p:cNvPr>
          <p:cNvSpPr/>
          <p:nvPr/>
        </p:nvSpPr>
        <p:spPr>
          <a:xfrm>
            <a:off x="6310936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120CA99-CCB9-4532-9870-0E075EDA83B3}"/>
              </a:ext>
            </a:extLst>
          </p:cNvPr>
          <p:cNvSpPr/>
          <p:nvPr/>
        </p:nvSpPr>
        <p:spPr>
          <a:xfrm>
            <a:off x="9183157" y="943916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B278C9B-74F0-4DB2-A682-1F686333436A}"/>
              </a:ext>
            </a:extLst>
          </p:cNvPr>
          <p:cNvSpPr/>
          <p:nvPr/>
        </p:nvSpPr>
        <p:spPr>
          <a:xfrm>
            <a:off x="12055376" y="7198154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369943-578B-4400-A832-FAE6D8D87C6A}"/>
              </a:ext>
            </a:extLst>
          </p:cNvPr>
          <p:cNvSpPr/>
          <p:nvPr/>
        </p:nvSpPr>
        <p:spPr>
          <a:xfrm>
            <a:off x="14927599" y="7198154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BD192C-2B96-4F50-B8E4-624C77635020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14361103" y="8350079"/>
            <a:ext cx="566495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2AFEF12-A95D-4594-84A1-EB6193026415}"/>
              </a:ext>
            </a:extLst>
          </p:cNvPr>
          <p:cNvCxnSpPr>
            <a:cxnSpLocks/>
            <a:stCxn id="22" idx="6"/>
            <a:endCxn id="23" idx="2"/>
          </p:cNvCxnSpPr>
          <p:nvPr/>
        </p:nvCxnSpPr>
        <p:spPr>
          <a:xfrm>
            <a:off x="8616664" y="10591085"/>
            <a:ext cx="56649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214D53-A7BD-46CA-9C6C-AA335C9CFDB8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>
            <a:off x="5744443" y="10591085"/>
            <a:ext cx="56649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!!Connetctor1">
            <a:extLst>
              <a:ext uri="{FF2B5EF4-FFF2-40B4-BE49-F238E27FC236}">
                <a16:creationId xmlns:a16="http://schemas.microsoft.com/office/drawing/2014/main" id="{B3CE78CD-4037-4E10-BC08-603C766F4ED6}"/>
              </a:ext>
            </a:extLst>
          </p:cNvPr>
          <p:cNvCxnSpPr>
            <a:cxnSpLocks/>
            <a:stCxn id="23" idx="6"/>
            <a:endCxn id="24" idx="3"/>
          </p:cNvCxnSpPr>
          <p:nvPr/>
        </p:nvCxnSpPr>
        <p:spPr>
          <a:xfrm flipV="1">
            <a:off x="11488884" y="9164614"/>
            <a:ext cx="904157" cy="142647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!!Connetctor2">
            <a:extLst>
              <a:ext uri="{FF2B5EF4-FFF2-40B4-BE49-F238E27FC236}">
                <a16:creationId xmlns:a16="http://schemas.microsoft.com/office/drawing/2014/main" id="{C79DB3C8-5968-430B-B41F-5884AE0807DA}"/>
              </a:ext>
            </a:extLst>
          </p:cNvPr>
          <p:cNvCxnSpPr>
            <a:cxnSpLocks/>
            <a:stCxn id="23" idx="6"/>
            <a:endCxn id="9" idx="2"/>
          </p:cNvCxnSpPr>
          <p:nvPr/>
        </p:nvCxnSpPr>
        <p:spPr>
          <a:xfrm>
            <a:off x="11488884" y="10591085"/>
            <a:ext cx="6648599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!!Connetctor3">
            <a:extLst>
              <a:ext uri="{FF2B5EF4-FFF2-40B4-BE49-F238E27FC236}">
                <a16:creationId xmlns:a16="http://schemas.microsoft.com/office/drawing/2014/main" id="{748AE239-E374-484C-9AF9-6CCC08EF0BD7}"/>
              </a:ext>
            </a:extLst>
          </p:cNvPr>
          <p:cNvCxnSpPr>
            <a:cxnSpLocks/>
            <a:stCxn id="25" idx="5"/>
            <a:endCxn id="9" idx="2"/>
          </p:cNvCxnSpPr>
          <p:nvPr/>
        </p:nvCxnSpPr>
        <p:spPr>
          <a:xfrm>
            <a:off x="16895660" y="9164614"/>
            <a:ext cx="1241823" cy="1426471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708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CCD4C-B382-4D39-A71C-2F507760DD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95550" y="3266402"/>
            <a:ext cx="20677269" cy="9436776"/>
          </a:xfrm>
        </p:spPr>
        <p:txBody>
          <a:bodyPr/>
          <a:lstStyle/>
          <a:p>
            <a:r>
              <a:rPr lang="en-US" dirty="0"/>
              <a:t>What can we do??</a:t>
            </a:r>
          </a:p>
          <a:p>
            <a:r>
              <a:rPr lang="en-US" dirty="0"/>
              <a:t>git merge --abort</a:t>
            </a:r>
          </a:p>
          <a:p>
            <a:r>
              <a:rPr lang="en-US" dirty="0"/>
              <a:t>HELP ME!</a:t>
            </a:r>
          </a:p>
          <a:p>
            <a:r>
              <a:rPr lang="en-US" dirty="0"/>
              <a:t>git merge</a:t>
            </a:r>
          </a:p>
          <a:p>
            <a:pPr lvl="1"/>
            <a:r>
              <a:rPr lang="en-US" dirty="0"/>
              <a:t>git status</a:t>
            </a:r>
          </a:p>
          <a:p>
            <a:pPr lvl="1"/>
            <a:r>
              <a:rPr lang="en-US" dirty="0"/>
              <a:t>edit file</a:t>
            </a:r>
          </a:p>
          <a:p>
            <a:pPr lvl="1"/>
            <a:r>
              <a:rPr lang="en-US" dirty="0"/>
              <a:t>search "===="</a:t>
            </a:r>
          </a:p>
          <a:p>
            <a:pPr lvl="1"/>
            <a:r>
              <a:rPr lang="en-US" dirty="0"/>
              <a:t>git status</a:t>
            </a:r>
          </a:p>
          <a:p>
            <a:pPr lvl="1"/>
            <a:r>
              <a:rPr lang="en-US" dirty="0"/>
              <a:t>git add</a:t>
            </a:r>
          </a:p>
          <a:p>
            <a:pPr lvl="1"/>
            <a:r>
              <a:rPr lang="en-US" dirty="0"/>
              <a:t>git commit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BFC5C-93D6-4E5A-A665-48EAE960B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Conflict Solutions</a:t>
            </a:r>
          </a:p>
        </p:txBody>
      </p:sp>
      <p:pic>
        <p:nvPicPr>
          <p:cNvPr id="5" name="Graphic 4" descr="Angel face outline with solid fill">
            <a:extLst>
              <a:ext uri="{FF2B5EF4-FFF2-40B4-BE49-F238E27FC236}">
                <a16:creationId xmlns:a16="http://schemas.microsoft.com/office/drawing/2014/main" id="{8CD140F3-1A3A-848A-FC13-FA243E295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5858" y="4449425"/>
            <a:ext cx="5181511" cy="5181511"/>
          </a:xfrm>
          <a:prstGeom prst="rect">
            <a:avLst/>
          </a:prstGeom>
        </p:spPr>
      </p:pic>
      <p:pic>
        <p:nvPicPr>
          <p:cNvPr id="7" name="Graphic 6" descr="Fire with solid fill">
            <a:extLst>
              <a:ext uri="{FF2B5EF4-FFF2-40B4-BE49-F238E27FC236}">
                <a16:creationId xmlns:a16="http://schemas.microsoft.com/office/drawing/2014/main" id="{175A960E-96F7-3D78-9C49-0DF162FB4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65064" y="3954281"/>
            <a:ext cx="5443098" cy="5443098"/>
          </a:xfrm>
          <a:prstGeom prst="rect">
            <a:avLst/>
          </a:prstGeom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773D5789-5154-8FBA-9F4E-70529C355E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95858" y="4449425"/>
            <a:ext cx="5181511" cy="51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8BE74-F3B0-4468-9F46-CC0DC693A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git reset --hard 2823 /commit hash/</a:t>
            </a:r>
          </a:p>
          <a:p>
            <a:r>
              <a:rPr lang="en-US" dirty="0"/>
              <a:t>Rewind time before things got wrong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8FF56-B4C2-4B26-AB36-C19A70F2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got wrong code</a:t>
            </a:r>
          </a:p>
        </p:txBody>
      </p:sp>
    </p:spTree>
    <p:extLst>
      <p:ext uri="{BB962C8B-B14F-4D97-AF65-F5344CB8AC3E}">
        <p14:creationId xmlns:p14="http://schemas.microsoft.com/office/powerpoint/2010/main" val="51696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Rebasing a Commit</a:t>
            </a:r>
          </a:p>
          <a:p>
            <a:r>
              <a:rPr lang="en-US" dirty="0"/>
              <a:t>Clarity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Rebase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9C5F0F-EC81-4350-B563-EF43D954D7D8}"/>
              </a:ext>
            </a:extLst>
          </p:cNvPr>
          <p:cNvSpPr/>
          <p:nvPr/>
        </p:nvSpPr>
        <p:spPr>
          <a:xfrm>
            <a:off x="3021298" y="556057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143193-A803-4C78-A83A-6E8B4BD3CB02}"/>
              </a:ext>
            </a:extLst>
          </p:cNvPr>
          <p:cNvSpPr/>
          <p:nvPr/>
        </p:nvSpPr>
        <p:spPr>
          <a:xfrm>
            <a:off x="6344062" y="556057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1081F6-8DFA-42C2-A16A-5508FE6D9951}"/>
              </a:ext>
            </a:extLst>
          </p:cNvPr>
          <p:cNvSpPr/>
          <p:nvPr/>
        </p:nvSpPr>
        <p:spPr>
          <a:xfrm>
            <a:off x="9666825" y="556057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BC37EC-498E-451D-8D80-7DEE315C51C4}"/>
              </a:ext>
            </a:extLst>
          </p:cNvPr>
          <p:cNvSpPr/>
          <p:nvPr/>
        </p:nvSpPr>
        <p:spPr>
          <a:xfrm>
            <a:off x="12989593" y="8728254"/>
            <a:ext cx="2305728" cy="23038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372FFF-59EA-415B-A5D3-71020C397BAD}"/>
              </a:ext>
            </a:extLst>
          </p:cNvPr>
          <p:cNvCxnSpPr>
            <a:cxnSpLocks/>
            <a:stCxn id="8" idx="6"/>
            <a:endCxn id="13" idx="2"/>
          </p:cNvCxnSpPr>
          <p:nvPr/>
        </p:nvCxnSpPr>
        <p:spPr>
          <a:xfrm>
            <a:off x="11972552" y="6712496"/>
            <a:ext cx="1017038" cy="8179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53C675-CD4D-4BBD-AAA6-9CA3DBDC8DDC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8649789" y="6712495"/>
            <a:ext cx="1017036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6A0579-4CD7-4BEF-AE71-46DAE2FB6950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5327026" y="6712495"/>
            <a:ext cx="1017036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Connetctor1">
            <a:extLst>
              <a:ext uri="{FF2B5EF4-FFF2-40B4-BE49-F238E27FC236}">
                <a16:creationId xmlns:a16="http://schemas.microsoft.com/office/drawing/2014/main" id="{99AA31C6-E360-4D2C-8CB5-32899DF8E93F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11634887" y="7527031"/>
            <a:ext cx="1692372" cy="1538614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527EF8-AFC7-4D7D-BF1B-B69B727A74A3}"/>
              </a:ext>
            </a:extLst>
          </p:cNvPr>
          <p:cNvGrpSpPr/>
          <p:nvPr/>
        </p:nvGrpSpPr>
        <p:grpSpPr>
          <a:xfrm>
            <a:off x="12636767" y="3075343"/>
            <a:ext cx="3041198" cy="4797258"/>
            <a:chOff x="6318795" y="1537548"/>
            <a:chExt cx="1520698" cy="239878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3AA875E-FCE5-4B77-A5BA-A395DCA91B93}"/>
                </a:ext>
              </a:extLst>
            </p:cNvPr>
            <p:cNvSpPr/>
            <p:nvPr/>
          </p:nvSpPr>
          <p:spPr>
            <a:xfrm>
              <a:off x="6495218" y="2784333"/>
              <a:ext cx="1152939" cy="115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794A0CA-ECFF-463C-8348-61D838539B7F}"/>
                </a:ext>
              </a:extLst>
            </p:cNvPr>
            <p:cNvSpPr/>
            <p:nvPr/>
          </p:nvSpPr>
          <p:spPr>
            <a:xfrm>
              <a:off x="6318795" y="1537548"/>
              <a:ext cx="1520698" cy="43713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HEAD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6E208C0-3244-4EFC-9475-CF7E61B3E661}"/>
                </a:ext>
              </a:extLst>
            </p:cNvPr>
            <p:cNvSpPr/>
            <p:nvPr/>
          </p:nvSpPr>
          <p:spPr>
            <a:xfrm>
              <a:off x="6318795" y="2175028"/>
              <a:ext cx="1520698" cy="43713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err="1">
                  <a:solidFill>
                    <a:schemeClr val="bg1"/>
                  </a:solidFill>
                </a:rPr>
                <a:t>myBranch</a:t>
              </a:r>
              <a:endParaRPr lang="en-US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44FD728-278F-44E8-A529-76302F47C466}"/>
              </a:ext>
            </a:extLst>
          </p:cNvPr>
          <p:cNvSpPr/>
          <p:nvPr/>
        </p:nvSpPr>
        <p:spPr>
          <a:xfrm>
            <a:off x="12621854" y="11430343"/>
            <a:ext cx="3041198" cy="87421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/>
              <a:t>otherBranch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548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Rebasing a Commit</a:t>
            </a:r>
          </a:p>
          <a:p>
            <a:r>
              <a:rPr lang="en-US" dirty="0"/>
              <a:t>Clarity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Rebase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9C5F0F-EC81-4350-B563-EF43D954D7D8}"/>
              </a:ext>
            </a:extLst>
          </p:cNvPr>
          <p:cNvSpPr/>
          <p:nvPr/>
        </p:nvSpPr>
        <p:spPr>
          <a:xfrm>
            <a:off x="3021298" y="556057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143193-A803-4C78-A83A-6E8B4BD3CB02}"/>
              </a:ext>
            </a:extLst>
          </p:cNvPr>
          <p:cNvSpPr/>
          <p:nvPr/>
        </p:nvSpPr>
        <p:spPr>
          <a:xfrm>
            <a:off x="6344062" y="556057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1081F6-8DFA-42C2-A16A-5508FE6D9951}"/>
              </a:ext>
            </a:extLst>
          </p:cNvPr>
          <p:cNvSpPr/>
          <p:nvPr/>
        </p:nvSpPr>
        <p:spPr>
          <a:xfrm>
            <a:off x="9666825" y="5560570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BC37EC-498E-451D-8D80-7DEE315C51C4}"/>
              </a:ext>
            </a:extLst>
          </p:cNvPr>
          <p:cNvSpPr/>
          <p:nvPr/>
        </p:nvSpPr>
        <p:spPr>
          <a:xfrm>
            <a:off x="12989593" y="8728254"/>
            <a:ext cx="2305728" cy="23038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53C675-CD4D-4BBD-AAA6-9CA3DBDC8DDC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8649789" y="6712495"/>
            <a:ext cx="1017036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6A0579-4CD7-4BEF-AE71-46DAE2FB6950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5327026" y="6712495"/>
            <a:ext cx="1017036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!!Connetctor1">
            <a:extLst>
              <a:ext uri="{FF2B5EF4-FFF2-40B4-BE49-F238E27FC236}">
                <a16:creationId xmlns:a16="http://schemas.microsoft.com/office/drawing/2014/main" id="{99AA31C6-E360-4D2C-8CB5-32899DF8E93F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11634887" y="7527031"/>
            <a:ext cx="1692372" cy="1538614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527EF8-AFC7-4D7D-BF1B-B69B727A74A3}"/>
              </a:ext>
            </a:extLst>
          </p:cNvPr>
          <p:cNvGrpSpPr/>
          <p:nvPr/>
        </p:nvGrpSpPr>
        <p:grpSpPr>
          <a:xfrm>
            <a:off x="16302656" y="6234847"/>
            <a:ext cx="3041198" cy="4797258"/>
            <a:chOff x="6318795" y="1537548"/>
            <a:chExt cx="1520698" cy="239878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3AA875E-FCE5-4B77-A5BA-A395DCA91B93}"/>
                </a:ext>
              </a:extLst>
            </p:cNvPr>
            <p:cNvSpPr/>
            <p:nvPr/>
          </p:nvSpPr>
          <p:spPr>
            <a:xfrm>
              <a:off x="6495218" y="2784333"/>
              <a:ext cx="1152939" cy="115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794A0CA-ECFF-463C-8348-61D838539B7F}"/>
                </a:ext>
              </a:extLst>
            </p:cNvPr>
            <p:cNvSpPr/>
            <p:nvPr/>
          </p:nvSpPr>
          <p:spPr>
            <a:xfrm>
              <a:off x="6318795" y="1537548"/>
              <a:ext cx="1520698" cy="43713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HEAD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6E208C0-3244-4EFC-9475-CF7E61B3E661}"/>
                </a:ext>
              </a:extLst>
            </p:cNvPr>
            <p:cNvSpPr/>
            <p:nvPr/>
          </p:nvSpPr>
          <p:spPr>
            <a:xfrm>
              <a:off x="6318795" y="2175028"/>
              <a:ext cx="1520698" cy="437137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err="1">
                  <a:solidFill>
                    <a:schemeClr val="bg1"/>
                  </a:solidFill>
                </a:rPr>
                <a:t>myBranch</a:t>
              </a:r>
              <a:endParaRPr lang="en-US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44FD728-278F-44E8-A529-76302F47C466}"/>
              </a:ext>
            </a:extLst>
          </p:cNvPr>
          <p:cNvSpPr/>
          <p:nvPr/>
        </p:nvSpPr>
        <p:spPr>
          <a:xfrm>
            <a:off x="12621854" y="11430343"/>
            <a:ext cx="3041198" cy="87421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err="1"/>
              <a:t>otherBranch</a:t>
            </a:r>
            <a:endParaRPr lang="en-US" sz="3600" b="1" dirty="0"/>
          </a:p>
        </p:txBody>
      </p:sp>
      <p:cxnSp>
        <p:nvCxnSpPr>
          <p:cNvPr id="17" name="!!Connetctor1">
            <a:extLst>
              <a:ext uri="{FF2B5EF4-FFF2-40B4-BE49-F238E27FC236}">
                <a16:creationId xmlns:a16="http://schemas.microsoft.com/office/drawing/2014/main" id="{EBFE1EC4-6FFD-45C7-8A09-F2CED2C111D9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15295320" y="9880179"/>
            <a:ext cx="1360159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96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3E59045-15B9-42EC-B91F-04C9A7C0C93C}"/>
              </a:ext>
            </a:extLst>
          </p:cNvPr>
          <p:cNvSpPr/>
          <p:nvPr/>
        </p:nvSpPr>
        <p:spPr>
          <a:xfrm>
            <a:off x="19716292" y="4913252"/>
            <a:ext cx="2839095" cy="1132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Really fix it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B187B4C-52F0-41EC-A2A0-E6B3073FA8C5}"/>
              </a:ext>
            </a:extLst>
          </p:cNvPr>
          <p:cNvSpPr/>
          <p:nvPr/>
        </p:nvSpPr>
        <p:spPr>
          <a:xfrm>
            <a:off x="16343836" y="4913252"/>
            <a:ext cx="2839095" cy="1132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Fix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Squash some commits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Rebase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EC46BF-BA8D-4F0C-B02A-B52FBF4B4692}"/>
              </a:ext>
            </a:extLst>
          </p:cNvPr>
          <p:cNvSpPr/>
          <p:nvPr/>
        </p:nvSpPr>
        <p:spPr>
          <a:xfrm>
            <a:off x="13238065" y="6494882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783C87-4743-4C63-BD10-CB964E532543}"/>
              </a:ext>
            </a:extLst>
          </p:cNvPr>
          <p:cNvSpPr/>
          <p:nvPr/>
        </p:nvSpPr>
        <p:spPr>
          <a:xfrm>
            <a:off x="16610521" y="6494882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256FEF-48DD-40BD-9EF9-18F4E0FAC8CE}"/>
              </a:ext>
            </a:extLst>
          </p:cNvPr>
          <p:cNvSpPr/>
          <p:nvPr/>
        </p:nvSpPr>
        <p:spPr>
          <a:xfrm>
            <a:off x="3120684" y="6494882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5084BE-BB9E-4FAF-8F87-17BA8256F610}"/>
              </a:ext>
            </a:extLst>
          </p:cNvPr>
          <p:cNvSpPr/>
          <p:nvPr/>
        </p:nvSpPr>
        <p:spPr>
          <a:xfrm>
            <a:off x="6493144" y="6494882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0AA70F-677E-4B6E-B5E4-BFD6EA42E47D}"/>
              </a:ext>
            </a:extLst>
          </p:cNvPr>
          <p:cNvSpPr/>
          <p:nvPr/>
        </p:nvSpPr>
        <p:spPr>
          <a:xfrm>
            <a:off x="9865604" y="6494882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42989E-4AB9-444F-BA47-A9AC8E69D136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15543792" y="7646807"/>
            <a:ext cx="1066729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255024-06A7-472B-AA44-8A65F10BA55C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8798872" y="7646807"/>
            <a:ext cx="106673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4BEC10-CCD8-4334-8F0E-8006B9904C4C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5426411" y="7646807"/>
            <a:ext cx="106673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!!Connetctor1">
            <a:extLst>
              <a:ext uri="{FF2B5EF4-FFF2-40B4-BE49-F238E27FC236}">
                <a16:creationId xmlns:a16="http://schemas.microsoft.com/office/drawing/2014/main" id="{D9659E1D-D1B7-4980-BC3D-FCE377B70199}"/>
              </a:ext>
            </a:extLst>
          </p:cNvPr>
          <p:cNvCxnSpPr>
            <a:cxnSpLocks/>
            <a:stCxn id="18" idx="6"/>
            <a:endCxn id="13" idx="2"/>
          </p:cNvCxnSpPr>
          <p:nvPr/>
        </p:nvCxnSpPr>
        <p:spPr>
          <a:xfrm>
            <a:off x="12171332" y="7646807"/>
            <a:ext cx="106673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10B8247-97B2-4EFA-BC16-B657B0719145}"/>
              </a:ext>
            </a:extLst>
          </p:cNvPr>
          <p:cNvSpPr/>
          <p:nvPr/>
        </p:nvSpPr>
        <p:spPr>
          <a:xfrm>
            <a:off x="19982978" y="6520090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CACE61-9CB6-4962-BF67-B129C775B661}"/>
              </a:ext>
            </a:extLst>
          </p:cNvPr>
          <p:cNvCxnSpPr>
            <a:cxnSpLocks/>
            <a:stCxn id="14" idx="6"/>
            <a:endCxn id="26" idx="2"/>
          </p:cNvCxnSpPr>
          <p:nvPr/>
        </p:nvCxnSpPr>
        <p:spPr>
          <a:xfrm>
            <a:off x="18916249" y="7646808"/>
            <a:ext cx="1066729" cy="25208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CC003D8-C395-45CE-9BAB-CD4030733270}"/>
              </a:ext>
            </a:extLst>
          </p:cNvPr>
          <p:cNvSpPr/>
          <p:nvPr/>
        </p:nvSpPr>
        <p:spPr>
          <a:xfrm>
            <a:off x="12971379" y="4913252"/>
            <a:ext cx="2839095" cy="1132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Add Feature</a:t>
            </a:r>
          </a:p>
        </p:txBody>
      </p:sp>
    </p:spTree>
    <p:extLst>
      <p:ext uri="{BB962C8B-B14F-4D97-AF65-F5344CB8AC3E}">
        <p14:creationId xmlns:p14="http://schemas.microsoft.com/office/powerpoint/2010/main" val="70565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EF53CFA-C84C-4ABA-B07B-6469A99F25CD}"/>
              </a:ext>
            </a:extLst>
          </p:cNvPr>
          <p:cNvSpPr/>
          <p:nvPr/>
        </p:nvSpPr>
        <p:spPr>
          <a:xfrm>
            <a:off x="12978285" y="4913252"/>
            <a:ext cx="2839095" cy="1132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Fix 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B614B-5488-4D62-9066-0C4404640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Squash some commits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5E506-BE54-4D85-996E-A76E3A34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Rebase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5EC46BF-BA8D-4F0C-B02A-B52FBF4B4692}"/>
              </a:ext>
            </a:extLst>
          </p:cNvPr>
          <p:cNvSpPr/>
          <p:nvPr/>
        </p:nvSpPr>
        <p:spPr>
          <a:xfrm>
            <a:off x="13238065" y="6494882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256FEF-48DD-40BD-9EF9-18F4E0FAC8CE}"/>
              </a:ext>
            </a:extLst>
          </p:cNvPr>
          <p:cNvSpPr/>
          <p:nvPr/>
        </p:nvSpPr>
        <p:spPr>
          <a:xfrm>
            <a:off x="3120684" y="6494882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5084BE-BB9E-4FAF-8F87-17BA8256F610}"/>
              </a:ext>
            </a:extLst>
          </p:cNvPr>
          <p:cNvSpPr/>
          <p:nvPr/>
        </p:nvSpPr>
        <p:spPr>
          <a:xfrm>
            <a:off x="6493144" y="6494882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00AA70F-677E-4B6E-B5E4-BFD6EA42E47D}"/>
              </a:ext>
            </a:extLst>
          </p:cNvPr>
          <p:cNvSpPr/>
          <p:nvPr/>
        </p:nvSpPr>
        <p:spPr>
          <a:xfrm>
            <a:off x="9865604" y="6494882"/>
            <a:ext cx="2305728" cy="23038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6255024-06A7-472B-AA44-8A65F10BA55C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8798872" y="7646807"/>
            <a:ext cx="106673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4BEC10-CCD8-4334-8F0E-8006B9904C4C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5426411" y="7646807"/>
            <a:ext cx="106673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12E745A-6EBB-48B5-826C-DE6FC6D9457A}"/>
              </a:ext>
            </a:extLst>
          </p:cNvPr>
          <p:cNvSpPr/>
          <p:nvPr/>
        </p:nvSpPr>
        <p:spPr>
          <a:xfrm>
            <a:off x="12965318" y="4913252"/>
            <a:ext cx="2839095" cy="1132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Really fix it</a:t>
            </a:r>
          </a:p>
        </p:txBody>
      </p:sp>
      <p:cxnSp>
        <p:nvCxnSpPr>
          <p:cNvPr id="21" name="!!Connetctor1">
            <a:extLst>
              <a:ext uri="{FF2B5EF4-FFF2-40B4-BE49-F238E27FC236}">
                <a16:creationId xmlns:a16="http://schemas.microsoft.com/office/drawing/2014/main" id="{D9659E1D-D1B7-4980-BC3D-FCE377B70199}"/>
              </a:ext>
            </a:extLst>
          </p:cNvPr>
          <p:cNvCxnSpPr>
            <a:cxnSpLocks/>
            <a:stCxn id="18" idx="6"/>
            <a:endCxn id="13" idx="2"/>
          </p:cNvCxnSpPr>
          <p:nvPr/>
        </p:nvCxnSpPr>
        <p:spPr>
          <a:xfrm>
            <a:off x="12171332" y="7646807"/>
            <a:ext cx="1066733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BC2647F-7BF3-4C41-AA7D-20516B76E7FE}"/>
              </a:ext>
            </a:extLst>
          </p:cNvPr>
          <p:cNvSpPr/>
          <p:nvPr/>
        </p:nvSpPr>
        <p:spPr>
          <a:xfrm>
            <a:off x="12971379" y="4913252"/>
            <a:ext cx="2839095" cy="113294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Add Feature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84A54B-5F12-40CA-854A-C3C63933BC3D}"/>
              </a:ext>
            </a:extLst>
          </p:cNvPr>
          <p:cNvSpPr/>
          <p:nvPr/>
        </p:nvSpPr>
        <p:spPr>
          <a:xfrm>
            <a:off x="13238057" y="6494882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43D6D79-5A40-486B-84AA-0FA5DA33C9A5}"/>
              </a:ext>
            </a:extLst>
          </p:cNvPr>
          <p:cNvSpPr/>
          <p:nvPr/>
        </p:nvSpPr>
        <p:spPr>
          <a:xfrm>
            <a:off x="13238055" y="6520090"/>
            <a:ext cx="2305728" cy="23038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55578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B64C72-C455-F1EA-1C51-B3B0390300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FA0DF50-2A93-AD5E-FC98-3FBFB20BC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8BC69E-EADC-BB61-E1EE-4EB97DEEC5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r>
              <a:rPr lang="en-US" dirty="0"/>
              <a:t>Let's build from here</a:t>
            </a:r>
          </a:p>
        </p:txBody>
      </p:sp>
    </p:spTree>
    <p:extLst>
      <p:ext uri="{BB962C8B-B14F-4D97-AF65-F5344CB8AC3E}">
        <p14:creationId xmlns:p14="http://schemas.microsoft.com/office/powerpoint/2010/main" val="412406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33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ight Theme">
  <a:themeElements>
    <a:clrScheme name="Sirma_Theme">
      <a:dk1>
        <a:srgbClr val="2A2859"/>
      </a:dk1>
      <a:lt1>
        <a:srgbClr val="FFFFFF"/>
      </a:lt1>
      <a:dk2>
        <a:srgbClr val="2A2859"/>
      </a:dk2>
      <a:lt2>
        <a:srgbClr val="FFFFFF"/>
      </a:lt2>
      <a:accent1>
        <a:srgbClr val="41CFFD"/>
      </a:accent1>
      <a:accent2>
        <a:srgbClr val="F17073"/>
      </a:accent2>
      <a:accent3>
        <a:srgbClr val="A5A5A5"/>
      </a:accent3>
      <a:accent4>
        <a:srgbClr val="7169B0"/>
      </a:accent4>
      <a:accent5>
        <a:srgbClr val="5B9BD5"/>
      </a:accent5>
      <a:accent6>
        <a:srgbClr val="70AD47"/>
      </a:accent6>
      <a:hlink>
        <a:srgbClr val="ED7D31"/>
      </a:hlink>
      <a:folHlink>
        <a:srgbClr val="4472C4"/>
      </a:folHlink>
    </a:clrScheme>
    <a:fontScheme name="Тема н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н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2A2859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General-Presentation_Template_Verdana.potx" id="{DBD4CCAC-BA09-45B3-821A-F15ED6EA8063}" vid="{3C05375D-1ED4-4F09-9F4B-CD6D237AE7EB}"/>
    </a:ext>
  </a:extLst>
</a:theme>
</file>

<file path=ppt/theme/theme2.xml><?xml version="1.0" encoding="utf-8"?>
<a:theme xmlns:a="http://schemas.openxmlformats.org/drawingml/2006/main" name="Dark_Theme">
  <a:themeElements>
    <a:clrScheme name="Sirma_Theme">
      <a:dk1>
        <a:srgbClr val="2A2859"/>
      </a:dk1>
      <a:lt1>
        <a:srgbClr val="FFFFFF"/>
      </a:lt1>
      <a:dk2>
        <a:srgbClr val="2A2859"/>
      </a:dk2>
      <a:lt2>
        <a:srgbClr val="FFFFFF"/>
      </a:lt2>
      <a:accent1>
        <a:srgbClr val="41CFFD"/>
      </a:accent1>
      <a:accent2>
        <a:srgbClr val="F17073"/>
      </a:accent2>
      <a:accent3>
        <a:srgbClr val="A5A5A5"/>
      </a:accent3>
      <a:accent4>
        <a:srgbClr val="7169B0"/>
      </a:accent4>
      <a:accent5>
        <a:srgbClr val="5B9BD5"/>
      </a:accent5>
      <a:accent6>
        <a:srgbClr val="70AD47"/>
      </a:accent6>
      <a:hlink>
        <a:srgbClr val="ED7D31"/>
      </a:hlink>
      <a:folHlink>
        <a:srgbClr val="4472C4"/>
      </a:folHlink>
    </a:clrScheme>
    <a:fontScheme name="Тема н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н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2A2859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General-Presentation_Template_Verdana.potx" id="{DBD4CCAC-BA09-45B3-821A-F15ED6EA8063}" vid="{3C05375D-1ED4-4F09-9F4B-CD6D237AE7EB}"/>
    </a:ext>
  </a:extLst>
</a:theme>
</file>

<file path=ppt/theme/theme3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Sirma_Presentation_Template (2)</Template>
  <TotalTime>18550</TotalTime>
  <Words>690</Words>
  <Application>Microsoft Office PowerPoint</Application>
  <PresentationFormat>Custom</PresentationFormat>
  <Paragraphs>163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Consolas</vt:lpstr>
      <vt:lpstr>Phenomena Black</vt:lpstr>
      <vt:lpstr>Phenomena Bold</vt:lpstr>
      <vt:lpstr>Roboto Condensed</vt:lpstr>
      <vt:lpstr>TT Norms Pro</vt:lpstr>
      <vt:lpstr>Verdana</vt:lpstr>
      <vt:lpstr>Light Theme</vt:lpstr>
      <vt:lpstr>Dark_Theme</vt:lpstr>
      <vt:lpstr>Git</vt:lpstr>
      <vt:lpstr>Content</vt:lpstr>
      <vt:lpstr>PowerPoint Presentation</vt:lpstr>
      <vt:lpstr>Source Control Systems</vt:lpstr>
      <vt:lpstr>Change Log</vt:lpstr>
      <vt:lpstr>What is Git?</vt:lpstr>
      <vt:lpstr>Goals for creating git</vt:lpstr>
      <vt:lpstr>Some strange commands</vt:lpstr>
      <vt:lpstr>Some strange documentation</vt:lpstr>
      <vt:lpstr>Distributed Version Control System</vt:lpstr>
      <vt:lpstr>The Graph? </vt:lpstr>
      <vt:lpstr>Commands</vt:lpstr>
      <vt:lpstr>Commands</vt:lpstr>
      <vt:lpstr>Branches</vt:lpstr>
      <vt:lpstr>Detached Head State</vt:lpstr>
      <vt:lpstr>Merge</vt:lpstr>
      <vt:lpstr>Merge</vt:lpstr>
      <vt:lpstr>Merge - No fast forward</vt:lpstr>
      <vt:lpstr>Merge Conflict Solutions</vt:lpstr>
      <vt:lpstr>Merge got wrong code</vt:lpstr>
      <vt:lpstr>Rebase</vt:lpstr>
      <vt:lpstr>Rebase</vt:lpstr>
      <vt:lpstr>Rebase</vt:lpstr>
      <vt:lpstr>Rebase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Alen Paunov</dc:creator>
  <cp:lastModifiedBy>Simeon Atanasov</cp:lastModifiedBy>
  <cp:revision>78</cp:revision>
  <dcterms:created xsi:type="dcterms:W3CDTF">2023-03-24T10:34:32Z</dcterms:created>
  <dcterms:modified xsi:type="dcterms:W3CDTF">2025-12-17T16:28:35Z</dcterms:modified>
</cp:coreProperties>
</file>